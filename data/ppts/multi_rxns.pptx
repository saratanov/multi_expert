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8" r:id="rId2"/>
    <p:sldId id="256" r:id="rId3"/>
    <p:sldId id="260" r:id="rId4"/>
    <p:sldId id="262" r:id="rId5"/>
    <p:sldId id="264" r:id="rId6"/>
    <p:sldId id="266" r:id="rId7"/>
    <p:sldId id="268" r:id="rId8"/>
    <p:sldId id="270" r:id="rId9"/>
    <p:sldId id="272" r:id="rId10"/>
    <p:sldId id="274" r:id="rId11"/>
    <p:sldId id="276" r:id="rId12"/>
    <p:sldId id="278" r:id="rId13"/>
    <p:sldId id="280" r:id="rId14"/>
    <p:sldId id="282" r:id="rId15"/>
    <p:sldId id="284" r:id="rId16"/>
    <p:sldId id="286" r:id="rId17"/>
    <p:sldId id="288" r:id="rId18"/>
    <p:sldId id="290" r:id="rId19"/>
    <p:sldId id="292" r:id="rId20"/>
    <p:sldId id="294" r:id="rId21"/>
    <p:sldId id="296" r:id="rId22"/>
    <p:sldId id="298" r:id="rId23"/>
    <p:sldId id="300" r:id="rId24"/>
    <p:sldId id="302" r:id="rId25"/>
    <p:sldId id="30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85"/>
    <p:restoredTop sz="94672"/>
  </p:normalViewPr>
  <p:slideViewPr>
    <p:cSldViewPr snapToGrid="0">
      <p:cViewPr>
        <p:scale>
          <a:sx n="83" d="100"/>
          <a:sy n="83" d="100"/>
        </p:scale>
        <p:origin x="2048" y="1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a Tanovic" userId="f353ab82-bd92-4c89-8251-9c3370876dd6" providerId="ADAL" clId="{A198CD69-D5D8-56AF-90B6-93679EEDCE1D}"/>
    <pc:docChg chg="undo custSel delSld modSld">
      <pc:chgData name="Sara Tanovic" userId="f353ab82-bd92-4c89-8251-9c3370876dd6" providerId="ADAL" clId="{A198CD69-D5D8-56AF-90B6-93679EEDCE1D}" dt="2026-03-18T15:48:05.775" v="5" actId="1076"/>
      <pc:docMkLst>
        <pc:docMk/>
      </pc:docMkLst>
      <pc:sldChg chg="del">
        <pc:chgData name="Sara Tanovic" userId="f353ab82-bd92-4c89-8251-9c3370876dd6" providerId="ADAL" clId="{A198CD69-D5D8-56AF-90B6-93679EEDCE1D}" dt="2026-03-18T15:44:45.775" v="1" actId="2696"/>
        <pc:sldMkLst>
          <pc:docMk/>
          <pc:sldMk cId="2393497569" sldId="257"/>
        </pc:sldMkLst>
      </pc:sldChg>
      <pc:sldChg chg="del">
        <pc:chgData name="Sara Tanovic" userId="f353ab82-bd92-4c89-8251-9c3370876dd6" providerId="ADAL" clId="{A198CD69-D5D8-56AF-90B6-93679EEDCE1D}" dt="2026-03-18T15:44:45.775" v="1" actId="2696"/>
        <pc:sldMkLst>
          <pc:docMk/>
          <pc:sldMk cId="2830361357" sldId="259"/>
        </pc:sldMkLst>
      </pc:sldChg>
      <pc:sldChg chg="del">
        <pc:chgData name="Sara Tanovic" userId="f353ab82-bd92-4c89-8251-9c3370876dd6" providerId="ADAL" clId="{A198CD69-D5D8-56AF-90B6-93679EEDCE1D}" dt="2026-03-18T15:44:45.775" v="1" actId="2696"/>
        <pc:sldMkLst>
          <pc:docMk/>
          <pc:sldMk cId="3296454234" sldId="261"/>
        </pc:sldMkLst>
      </pc:sldChg>
      <pc:sldChg chg="modSp mod">
        <pc:chgData name="Sara Tanovic" userId="f353ab82-bd92-4c89-8251-9c3370876dd6" providerId="ADAL" clId="{A198CD69-D5D8-56AF-90B6-93679EEDCE1D}" dt="2026-03-18T15:47:34.600" v="4" actId="1076"/>
        <pc:sldMkLst>
          <pc:docMk/>
          <pc:sldMk cId="186544557" sldId="262"/>
        </pc:sldMkLst>
        <pc:spChg chg="mod">
          <ac:chgData name="Sara Tanovic" userId="f353ab82-bd92-4c89-8251-9c3370876dd6" providerId="ADAL" clId="{A198CD69-D5D8-56AF-90B6-93679EEDCE1D}" dt="2026-03-18T15:47:34.600" v="4" actId="1076"/>
          <ac:spMkLst>
            <pc:docMk/>
            <pc:sldMk cId="186544557" sldId="262"/>
            <ac:spMk id="2" creationId="{C1D60920-01D8-8C75-EC5B-4F56795C22E0}"/>
          </ac:spMkLst>
        </pc:spChg>
      </pc:sldChg>
      <pc:sldChg chg="del">
        <pc:chgData name="Sara Tanovic" userId="f353ab82-bd92-4c89-8251-9c3370876dd6" providerId="ADAL" clId="{A198CD69-D5D8-56AF-90B6-93679EEDCE1D}" dt="2026-03-18T15:44:45.775" v="1" actId="2696"/>
        <pc:sldMkLst>
          <pc:docMk/>
          <pc:sldMk cId="3341993024" sldId="263"/>
        </pc:sldMkLst>
      </pc:sldChg>
      <pc:sldChg chg="del">
        <pc:chgData name="Sara Tanovic" userId="f353ab82-bd92-4c89-8251-9c3370876dd6" providerId="ADAL" clId="{A198CD69-D5D8-56AF-90B6-93679EEDCE1D}" dt="2026-03-18T15:44:45.775" v="1" actId="2696"/>
        <pc:sldMkLst>
          <pc:docMk/>
          <pc:sldMk cId="1517137712" sldId="265"/>
        </pc:sldMkLst>
      </pc:sldChg>
      <pc:sldChg chg="modSp mod">
        <pc:chgData name="Sara Tanovic" userId="f353ab82-bd92-4c89-8251-9c3370876dd6" providerId="ADAL" clId="{A198CD69-D5D8-56AF-90B6-93679EEDCE1D}" dt="2026-03-18T15:48:05.775" v="5" actId="1076"/>
        <pc:sldMkLst>
          <pc:docMk/>
          <pc:sldMk cId="2639138243" sldId="266"/>
        </pc:sldMkLst>
        <pc:picChg chg="mod">
          <ac:chgData name="Sara Tanovic" userId="f353ab82-bd92-4c89-8251-9c3370876dd6" providerId="ADAL" clId="{A198CD69-D5D8-56AF-90B6-93679EEDCE1D}" dt="2026-03-18T15:48:05.775" v="5" actId="1076"/>
          <ac:picMkLst>
            <pc:docMk/>
            <pc:sldMk cId="2639138243" sldId="266"/>
            <ac:picMk id="8" creationId="{40023616-AE3E-4D06-A2CA-7A373ECFE2EF}"/>
          </ac:picMkLst>
        </pc:picChg>
        <pc:picChg chg="mod">
          <ac:chgData name="Sara Tanovic" userId="f353ab82-bd92-4c89-8251-9c3370876dd6" providerId="ADAL" clId="{A198CD69-D5D8-56AF-90B6-93679EEDCE1D}" dt="2026-03-18T15:48:05.775" v="5" actId="1076"/>
          <ac:picMkLst>
            <pc:docMk/>
            <pc:sldMk cId="2639138243" sldId="266"/>
            <ac:picMk id="9" creationId="{42DB68D5-E92D-F42F-C6D7-EBCA477A6852}"/>
          </ac:picMkLst>
        </pc:picChg>
        <pc:picChg chg="mod">
          <ac:chgData name="Sara Tanovic" userId="f353ab82-bd92-4c89-8251-9c3370876dd6" providerId="ADAL" clId="{A198CD69-D5D8-56AF-90B6-93679EEDCE1D}" dt="2026-03-18T15:48:05.775" v="5" actId="1076"/>
          <ac:picMkLst>
            <pc:docMk/>
            <pc:sldMk cId="2639138243" sldId="266"/>
            <ac:picMk id="10" creationId="{6F02C3D1-B62E-1D4A-1F2B-96CFFB7E6009}"/>
          </ac:picMkLst>
        </pc:picChg>
        <pc:picChg chg="mod">
          <ac:chgData name="Sara Tanovic" userId="f353ab82-bd92-4c89-8251-9c3370876dd6" providerId="ADAL" clId="{A198CD69-D5D8-56AF-90B6-93679EEDCE1D}" dt="2026-03-18T15:48:05.775" v="5" actId="1076"/>
          <ac:picMkLst>
            <pc:docMk/>
            <pc:sldMk cId="2639138243" sldId="266"/>
            <ac:picMk id="11" creationId="{EEE3AC3F-0B75-B91C-8F42-53E574FB84FD}"/>
          </ac:picMkLst>
        </pc:picChg>
        <pc:picChg chg="mod">
          <ac:chgData name="Sara Tanovic" userId="f353ab82-bd92-4c89-8251-9c3370876dd6" providerId="ADAL" clId="{A198CD69-D5D8-56AF-90B6-93679EEDCE1D}" dt="2026-03-18T15:48:05.775" v="5" actId="1076"/>
          <ac:picMkLst>
            <pc:docMk/>
            <pc:sldMk cId="2639138243" sldId="266"/>
            <ac:picMk id="12" creationId="{88C6ADC2-84F9-F231-7549-0AA97ECBA4C0}"/>
          </ac:picMkLst>
        </pc:picChg>
      </pc:sldChg>
      <pc:sldChg chg="del">
        <pc:chgData name="Sara Tanovic" userId="f353ab82-bd92-4c89-8251-9c3370876dd6" providerId="ADAL" clId="{A198CD69-D5D8-56AF-90B6-93679EEDCE1D}" dt="2026-03-18T15:44:45.775" v="1" actId="2696"/>
        <pc:sldMkLst>
          <pc:docMk/>
          <pc:sldMk cId="474658006" sldId="267"/>
        </pc:sldMkLst>
      </pc:sldChg>
      <pc:sldChg chg="del">
        <pc:chgData name="Sara Tanovic" userId="f353ab82-bd92-4c89-8251-9c3370876dd6" providerId="ADAL" clId="{A198CD69-D5D8-56AF-90B6-93679EEDCE1D}" dt="2026-03-18T15:44:45.775" v="1" actId="2696"/>
        <pc:sldMkLst>
          <pc:docMk/>
          <pc:sldMk cId="3221919468" sldId="269"/>
        </pc:sldMkLst>
      </pc:sldChg>
      <pc:sldChg chg="del">
        <pc:chgData name="Sara Tanovic" userId="f353ab82-bd92-4c89-8251-9c3370876dd6" providerId="ADAL" clId="{A198CD69-D5D8-56AF-90B6-93679EEDCE1D}" dt="2026-03-18T15:44:45.775" v="1" actId="2696"/>
        <pc:sldMkLst>
          <pc:docMk/>
          <pc:sldMk cId="2146267924" sldId="271"/>
        </pc:sldMkLst>
      </pc:sldChg>
      <pc:sldChg chg="del">
        <pc:chgData name="Sara Tanovic" userId="f353ab82-bd92-4c89-8251-9c3370876dd6" providerId="ADAL" clId="{A198CD69-D5D8-56AF-90B6-93679EEDCE1D}" dt="2026-03-18T15:44:45.775" v="1" actId="2696"/>
        <pc:sldMkLst>
          <pc:docMk/>
          <pc:sldMk cId="3040383283" sldId="273"/>
        </pc:sldMkLst>
      </pc:sldChg>
      <pc:sldChg chg="del">
        <pc:chgData name="Sara Tanovic" userId="f353ab82-bd92-4c89-8251-9c3370876dd6" providerId="ADAL" clId="{A198CD69-D5D8-56AF-90B6-93679EEDCE1D}" dt="2026-03-18T15:44:30.840" v="0" actId="2696"/>
        <pc:sldMkLst>
          <pc:docMk/>
          <pc:sldMk cId="1639625622" sldId="275"/>
        </pc:sldMkLst>
      </pc:sldChg>
      <pc:sldChg chg="del">
        <pc:chgData name="Sara Tanovic" userId="f353ab82-bd92-4c89-8251-9c3370876dd6" providerId="ADAL" clId="{A198CD69-D5D8-56AF-90B6-93679EEDCE1D}" dt="2026-03-18T15:44:30.840" v="0" actId="2696"/>
        <pc:sldMkLst>
          <pc:docMk/>
          <pc:sldMk cId="3707128991" sldId="277"/>
        </pc:sldMkLst>
      </pc:sldChg>
      <pc:sldChg chg="del">
        <pc:chgData name="Sara Tanovic" userId="f353ab82-bd92-4c89-8251-9c3370876dd6" providerId="ADAL" clId="{A198CD69-D5D8-56AF-90B6-93679EEDCE1D}" dt="2026-03-18T15:44:30.840" v="0" actId="2696"/>
        <pc:sldMkLst>
          <pc:docMk/>
          <pc:sldMk cId="3503489658" sldId="279"/>
        </pc:sldMkLst>
      </pc:sldChg>
      <pc:sldChg chg="del">
        <pc:chgData name="Sara Tanovic" userId="f353ab82-bd92-4c89-8251-9c3370876dd6" providerId="ADAL" clId="{A198CD69-D5D8-56AF-90B6-93679EEDCE1D}" dt="2026-03-18T15:44:30.840" v="0" actId="2696"/>
        <pc:sldMkLst>
          <pc:docMk/>
          <pc:sldMk cId="3135844689" sldId="281"/>
        </pc:sldMkLst>
      </pc:sldChg>
      <pc:sldChg chg="del">
        <pc:chgData name="Sara Tanovic" userId="f353ab82-bd92-4c89-8251-9c3370876dd6" providerId="ADAL" clId="{A198CD69-D5D8-56AF-90B6-93679EEDCE1D}" dt="2026-03-18T15:44:30.840" v="0" actId="2696"/>
        <pc:sldMkLst>
          <pc:docMk/>
          <pc:sldMk cId="1676798756" sldId="283"/>
        </pc:sldMkLst>
      </pc:sldChg>
      <pc:sldChg chg="del">
        <pc:chgData name="Sara Tanovic" userId="f353ab82-bd92-4c89-8251-9c3370876dd6" providerId="ADAL" clId="{A198CD69-D5D8-56AF-90B6-93679EEDCE1D}" dt="2026-03-18T15:44:30.840" v="0" actId="2696"/>
        <pc:sldMkLst>
          <pc:docMk/>
          <pc:sldMk cId="2819451226" sldId="285"/>
        </pc:sldMkLst>
      </pc:sldChg>
      <pc:sldChg chg="del">
        <pc:chgData name="Sara Tanovic" userId="f353ab82-bd92-4c89-8251-9c3370876dd6" providerId="ADAL" clId="{A198CD69-D5D8-56AF-90B6-93679EEDCE1D}" dt="2026-03-18T15:45:05.587" v="2" actId="2696"/>
        <pc:sldMkLst>
          <pc:docMk/>
          <pc:sldMk cId="2087055731" sldId="287"/>
        </pc:sldMkLst>
      </pc:sldChg>
      <pc:sldChg chg="del">
        <pc:chgData name="Sara Tanovic" userId="f353ab82-bd92-4c89-8251-9c3370876dd6" providerId="ADAL" clId="{A198CD69-D5D8-56AF-90B6-93679EEDCE1D}" dt="2026-03-18T15:45:05.587" v="2" actId="2696"/>
        <pc:sldMkLst>
          <pc:docMk/>
          <pc:sldMk cId="3192802466" sldId="289"/>
        </pc:sldMkLst>
      </pc:sldChg>
      <pc:sldChg chg="del">
        <pc:chgData name="Sara Tanovic" userId="f353ab82-bd92-4c89-8251-9c3370876dd6" providerId="ADAL" clId="{A198CD69-D5D8-56AF-90B6-93679EEDCE1D}" dt="2026-03-18T15:45:05.587" v="2" actId="2696"/>
        <pc:sldMkLst>
          <pc:docMk/>
          <pc:sldMk cId="3828507747" sldId="291"/>
        </pc:sldMkLst>
      </pc:sldChg>
      <pc:sldChg chg="del">
        <pc:chgData name="Sara Tanovic" userId="f353ab82-bd92-4c89-8251-9c3370876dd6" providerId="ADAL" clId="{A198CD69-D5D8-56AF-90B6-93679EEDCE1D}" dt="2026-03-18T15:45:05.587" v="2" actId="2696"/>
        <pc:sldMkLst>
          <pc:docMk/>
          <pc:sldMk cId="382544076" sldId="293"/>
        </pc:sldMkLst>
      </pc:sldChg>
      <pc:sldChg chg="del">
        <pc:chgData name="Sara Tanovic" userId="f353ab82-bd92-4c89-8251-9c3370876dd6" providerId="ADAL" clId="{A198CD69-D5D8-56AF-90B6-93679EEDCE1D}" dt="2026-03-18T15:45:05.587" v="2" actId="2696"/>
        <pc:sldMkLst>
          <pc:docMk/>
          <pc:sldMk cId="3267325052" sldId="295"/>
        </pc:sldMkLst>
      </pc:sldChg>
      <pc:sldChg chg="del">
        <pc:chgData name="Sara Tanovic" userId="f353ab82-bd92-4c89-8251-9c3370876dd6" providerId="ADAL" clId="{A198CD69-D5D8-56AF-90B6-93679EEDCE1D}" dt="2026-03-18T15:45:05.587" v="2" actId="2696"/>
        <pc:sldMkLst>
          <pc:docMk/>
          <pc:sldMk cId="204028254" sldId="297"/>
        </pc:sldMkLst>
      </pc:sldChg>
      <pc:sldChg chg="del">
        <pc:chgData name="Sara Tanovic" userId="f353ab82-bd92-4c89-8251-9c3370876dd6" providerId="ADAL" clId="{A198CD69-D5D8-56AF-90B6-93679EEDCE1D}" dt="2026-03-18T15:45:05.587" v="2" actId="2696"/>
        <pc:sldMkLst>
          <pc:docMk/>
          <pc:sldMk cId="3095845601" sldId="299"/>
        </pc:sldMkLst>
      </pc:sldChg>
      <pc:sldChg chg="del">
        <pc:chgData name="Sara Tanovic" userId="f353ab82-bd92-4c89-8251-9c3370876dd6" providerId="ADAL" clId="{A198CD69-D5D8-56AF-90B6-93679EEDCE1D}" dt="2026-03-18T15:45:05.587" v="2" actId="2696"/>
        <pc:sldMkLst>
          <pc:docMk/>
          <pc:sldMk cId="2434507196" sldId="301"/>
        </pc:sldMkLst>
      </pc:sldChg>
      <pc:sldChg chg="del">
        <pc:chgData name="Sara Tanovic" userId="f353ab82-bd92-4c89-8251-9c3370876dd6" providerId="ADAL" clId="{A198CD69-D5D8-56AF-90B6-93679EEDCE1D}" dt="2026-03-18T15:45:05.587" v="2" actId="2696"/>
        <pc:sldMkLst>
          <pc:docMk/>
          <pc:sldMk cId="723997691" sldId="303"/>
        </pc:sldMkLst>
      </pc:sldChg>
      <pc:sldChg chg="del">
        <pc:chgData name="Sara Tanovic" userId="f353ab82-bd92-4c89-8251-9c3370876dd6" providerId="ADAL" clId="{A198CD69-D5D8-56AF-90B6-93679EEDCE1D}" dt="2026-03-18T15:45:05.587" v="2" actId="2696"/>
        <pc:sldMkLst>
          <pc:docMk/>
          <pc:sldMk cId="1051850503" sldId="3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E07EEB-BC20-E248-B310-1904680D2659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65650F-066C-CF46-AB67-C1D966A594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191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65650F-066C-CF46-AB67-C1D966A5940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64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50C9C-5714-3BFE-DE15-2F5705C8DD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79D8D0-6CA5-FD15-E82D-63EE884ABA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70B51-000B-8E86-1218-EA73830B5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DFE-64E6-9945-AD6D-12DA2A1AB91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CAA56-8263-98E1-3BAA-6430C2BE7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F6072-8873-A13A-0513-D4ED8E6B4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10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40829-3572-A471-5917-18E226E61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9D1770-73DC-9E96-71C6-1B8944086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3076D-1DA4-3684-DC35-0C5AE0582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DFE-64E6-9945-AD6D-12DA2A1AB91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1385F-D771-4EF9-86BD-54E446AA1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DC5CD-E1B1-7A3C-377E-26DA6D334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78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39D24-990C-2D99-6B78-C9271F76C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B17ABA-2E17-49B0-3572-6121EEE1F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9BACB-B129-26D0-E6C9-2352DD08C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DFE-64E6-9945-AD6D-12DA2A1AB91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2622F-10B5-7A3C-DC88-04E6D1311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23A4E0-16E6-03AA-D635-8F1B1693E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29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E1745-5321-3521-91CF-5655ADE4F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08D49-D80B-F0DF-0E61-73EE994ED2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04388-C739-156A-3EDB-C28CC2C353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86FCA-A557-2EB7-A8CB-76D4B10AA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DFE-64E6-9945-AD6D-12DA2A1AB91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B1FC7-E7B8-090A-34B8-3DE9EFDF4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DBA10E-A0A6-C65D-5DDC-4056E02EE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27239-09C4-FB7E-AB60-8162C5BA0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0004E-0849-7FAE-AAF5-92149A678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9F25AC-7EE5-F829-0809-1FB9DBDE0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5E5E8F-14D4-06DD-F63E-3893406EB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CE17CD-82E4-3668-8BA7-DD80FF8B94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99C715-3FBF-13E4-AB5E-829D0DCEA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DFE-64E6-9945-AD6D-12DA2A1AB91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FA9670-3C84-FB0C-9E38-B35751157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4FF632-6D4A-823D-8AE0-18FAAE048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827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FF937-1106-FFDF-DF96-692029ABC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757AB9-358A-E3CF-3C71-71C6E8960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DFE-64E6-9945-AD6D-12DA2A1AB91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92A822-0E58-B4A8-AEB2-9F07B5D94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4F8A61-64AA-D527-931C-1E3248020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890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56FC3F-393B-CF34-A3CB-E108EEE31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DFE-64E6-9945-AD6D-12DA2A1AB91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EF006F-5F64-5566-CB10-111741E44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BF56E3-D343-1BB1-9D4E-E7F41DDAE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919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DCEB2-E622-D2BA-8D34-948EE3788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7DC3F-965D-8B60-5A17-1CEFC9057E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739161-87FD-5DBC-E0AF-DDA80CB1E9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4E0D3-2DCE-899B-0FC6-2BF312F56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DFE-64E6-9945-AD6D-12DA2A1AB91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A79D3A-6570-718E-6CAE-D76EF0059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53BA45-420F-AD32-8221-ABA36A180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541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1C5C4-19C9-5837-5268-0A29CBEED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FC6CA4-5B66-C4CA-5F60-F9605EDB10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42C3F-C775-C63A-B2FF-89DFA74470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74B87-8A1B-1008-62E3-E409820AE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DFE-64E6-9945-AD6D-12DA2A1AB91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A01024-5801-A467-8315-988A4ABE6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D25C98-1370-0FE2-9355-DB211F5CB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29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06A7F-5BEC-8D5F-D5E9-331331B65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D7956-40FB-5D4E-853C-0A0F8B0D15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183CA-A8CF-B5EA-9CD8-FCEE9BAAF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DFE-64E6-9945-AD6D-12DA2A1AB91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3E0AE-75F0-8D26-EB6B-30E8B4C90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92825-D52F-7A7E-BBA1-E7F53C72B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757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9B0807-6807-3AF1-98B2-D8347CADB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673793-7AB8-6008-AFC7-6893461C82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11689-6F6D-A388-FC54-2A559E148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88DFE-64E6-9945-AD6D-12DA2A1AB91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6BC0A-3C00-C68B-6F2F-60FB0C062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E86DC-C125-419C-A507-00023EEBD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240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25A7F1-2B44-F3F9-4805-E3E7437DE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100212-41CF-5B16-31AA-11ABE4B1DF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0A335-7768-5CA2-8D19-72F9665697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888DFE-64E6-9945-AD6D-12DA2A1AB916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53731-6CBB-D849-3EBB-E30E10A193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23FA5-C8BA-CA18-BBB4-C3F471DE9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17FC8A-E59D-AF45-AD2F-1B1B5F02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361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0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emf"/><Relationship Id="rId4" Type="http://schemas.openxmlformats.org/officeDocument/2006/relationships/image" Target="../media/image1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emf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3" Type="http://schemas.openxmlformats.org/officeDocument/2006/relationships/image" Target="../media/image28.emf"/><Relationship Id="rId7" Type="http://schemas.openxmlformats.org/officeDocument/2006/relationships/image" Target="../media/image32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emf"/><Relationship Id="rId11" Type="http://schemas.openxmlformats.org/officeDocument/2006/relationships/image" Target="../media/image36.emf"/><Relationship Id="rId5" Type="http://schemas.openxmlformats.org/officeDocument/2006/relationships/image" Target="../media/image30.emf"/><Relationship Id="rId10" Type="http://schemas.openxmlformats.org/officeDocument/2006/relationships/image" Target="../media/image35.emf"/><Relationship Id="rId4" Type="http://schemas.openxmlformats.org/officeDocument/2006/relationships/image" Target="../media/image29.emf"/><Relationship Id="rId9" Type="http://schemas.openxmlformats.org/officeDocument/2006/relationships/image" Target="../media/image3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emf"/><Relationship Id="rId4" Type="http://schemas.openxmlformats.org/officeDocument/2006/relationships/image" Target="../media/image39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emf"/><Relationship Id="rId4" Type="http://schemas.openxmlformats.org/officeDocument/2006/relationships/image" Target="../media/image43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image" Target="../media/image45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emf"/><Relationship Id="rId2" Type="http://schemas.openxmlformats.org/officeDocument/2006/relationships/image" Target="../media/image48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emf"/><Relationship Id="rId4" Type="http://schemas.openxmlformats.org/officeDocument/2006/relationships/image" Target="../media/image50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image" Target="../media/image55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emf"/><Relationship Id="rId2" Type="http://schemas.openxmlformats.org/officeDocument/2006/relationships/image" Target="../media/image58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0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emf"/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3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emf"/><Relationship Id="rId5" Type="http://schemas.openxmlformats.org/officeDocument/2006/relationships/image" Target="../media/image67.emf"/><Relationship Id="rId4" Type="http://schemas.openxmlformats.org/officeDocument/2006/relationships/image" Target="../media/image6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emf"/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emf"/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emf"/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emf"/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emf"/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0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emf"/><Relationship Id="rId2" Type="http://schemas.openxmlformats.org/officeDocument/2006/relationships/image" Target="../media/image81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3.e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emf"/><Relationship Id="rId2" Type="http://schemas.openxmlformats.org/officeDocument/2006/relationships/image" Target="../media/image8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emf"/><Relationship Id="rId2" Type="http://schemas.openxmlformats.org/officeDocument/2006/relationships/image" Target="../media/image86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8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emf"/><Relationship Id="rId2" Type="http://schemas.openxmlformats.org/officeDocument/2006/relationships/image" Target="../media/image89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978C8-0580-CBA6-9A3D-375A1762E7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B88A52-D9E6-36D5-0825-590E4B75789C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#3 LIT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30CD82-17CD-53B5-99A8-412CBFCC4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907" y="778489"/>
            <a:ext cx="4635500" cy="1066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BCE891-D6CF-EE1A-BF98-11D5698CA5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907" y="2000250"/>
            <a:ext cx="3619500" cy="876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4FAF49-5043-B405-DE6B-703BC086EB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855" y="3143251"/>
            <a:ext cx="4749800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5C29840-9E2E-6F57-2DA1-E5A3E6B54C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907" y="4174512"/>
            <a:ext cx="3225800" cy="927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4BA2E8-1659-60FF-737E-7B35461AC9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1655" y="5529623"/>
            <a:ext cx="3937000" cy="88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D0A433-F197-EAB2-667E-A2AAB99E3B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5489" y="6676055"/>
            <a:ext cx="2616200" cy="774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A45A120-63B3-C820-A2DD-B340601341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29303" y="7927750"/>
            <a:ext cx="1841500" cy="825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002D7C3-AF17-1E37-C338-2B2633F532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1955" y="8910026"/>
            <a:ext cx="4076700" cy="800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7E3302-8C96-43AE-3395-6A25EFB86C1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91153" y="10055587"/>
            <a:ext cx="27178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03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264EA4C-415F-DD6F-970A-EE61A1853965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#3 FULL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65151B-1D98-8AD6-FDBF-871580636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29" y="986491"/>
            <a:ext cx="4978400" cy="1155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4D5068-024F-2713-1963-3CFDA13A3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429" y="2635782"/>
            <a:ext cx="4203700" cy="111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CD5B58-2558-3BDA-7BA6-73FA98DF79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4029" y="4246973"/>
            <a:ext cx="32385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67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D65ED-E45B-04FF-DC9F-FF1150539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7E10414-1B41-5410-1B1A-FA01ADC0DE9C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#3 BROAD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A810AA-368C-8E73-D35B-6457FDA62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50" y="1030941"/>
            <a:ext cx="4889500" cy="1066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799194-A47D-F8D2-9B29-4C5340A953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2444" y="2097741"/>
            <a:ext cx="3238500" cy="749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26738A-43F9-EF6C-C110-6BFDF2968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0044" y="3044265"/>
            <a:ext cx="3543300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BE9E92-8DEF-FF1A-EE49-03FCFC28EA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044" y="4102101"/>
            <a:ext cx="212090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032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5AF14-3CC7-8B97-B960-4E8D910F7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D60920-01D8-8C75-EC5B-4F56795C22E0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#3 MINI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31341B-DF2F-91F3-85BD-506282106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3600" y="833717"/>
            <a:ext cx="5384800" cy="1066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F011B9-70EB-A252-3A73-EE12CF0E8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450" y="1904999"/>
            <a:ext cx="3467100" cy="863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6FBCA6-0858-5892-5636-F0D8A2FB54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9250" y="3009900"/>
            <a:ext cx="3873500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C3EB8F-EF0D-F3C4-ED3A-B22C3D56FC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0800" y="4147672"/>
            <a:ext cx="4470400" cy="8001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8C75DC-9EA1-01A3-22F2-D70D8E803E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8585" y="5287683"/>
            <a:ext cx="28321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44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A870E-69B2-55F6-C4FC-D53A180D7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263585-E41A-CC57-A17C-ED250F4911D6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#3 POP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1DEC1-7F32-6EBD-7ED8-AF1E108B0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2850" y="492900"/>
            <a:ext cx="4686300" cy="10541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2974CDA-F652-2EAB-2795-93A3BC55E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4850" y="1685738"/>
            <a:ext cx="3162300" cy="1155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7BFC5A5-3D17-597A-DE38-ABD5DB9229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1500" y="3038447"/>
            <a:ext cx="3429000" cy="1117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587AF8-1F90-9CA7-6478-9BCE9915E5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3050" y="4332885"/>
            <a:ext cx="4025900" cy="111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BE5B26-CB48-D2FD-5F33-EE42609F14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4550" y="5647494"/>
            <a:ext cx="28829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900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81147-2FC9-6700-939D-3F4955346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BC4C02-009B-CDA7-B4FF-2972C14A79CC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#5 LIT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5D8D96-EAB8-3ECB-37A0-BBC66402E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144" y="492900"/>
            <a:ext cx="5308600" cy="7493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77D0B5-295A-2BE7-CFB0-3B188CE56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144" y="1611532"/>
            <a:ext cx="4800600" cy="736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4B6D39-3EA9-E31C-A91B-5A1318A33F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6832" y="2717464"/>
            <a:ext cx="3187700" cy="901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6881A5-6147-3729-A680-6D2F0FB671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0649" y="3658969"/>
            <a:ext cx="3797300" cy="850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4E1194-C2A5-F40A-0D06-E75F2EC3CB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3194" y="4974288"/>
            <a:ext cx="3238500" cy="850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0023616-AE3E-4D06-A2CA-7A373ECFE2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6876" y="6251000"/>
            <a:ext cx="2717800" cy="901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DB68D5-E92D-F42F-C6D7-EBCA477A68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2144" y="7521000"/>
            <a:ext cx="3860800" cy="876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02C3D1-B62E-1D4A-1F2B-96CFFB7E600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84177" y="8805941"/>
            <a:ext cx="1689100" cy="5461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EE3AC3F-0B75-B91C-8F42-53E574FB84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5705" y="9625587"/>
            <a:ext cx="2870200" cy="762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C6ADC2-84F9-F231-7549-0AA97ECBA4C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3127" y="10927835"/>
            <a:ext cx="3251200" cy="7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138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B6C56-35B5-F924-9472-E2AD57020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8BB2B5-8260-1690-9DF3-98565FC86C0A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#5 FULL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E59323-8BFE-5022-A715-422229E02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915" y="998818"/>
            <a:ext cx="5321300" cy="736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A7A3C74-0CE5-F609-C925-E93384C929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965" y="2299607"/>
            <a:ext cx="4775200" cy="736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BF7D5E-DB8B-59AA-20D0-4C93E1CC6E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5100" y="3325906"/>
            <a:ext cx="4241800" cy="850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D9EAE7-50E9-42BD-668D-AF5BEEA06F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6150" y="4199218"/>
            <a:ext cx="26797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464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C6E3D-4768-2F92-2625-65D222421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821A0E-87B0-7522-2F97-EF4F2297A123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#5 BROAD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232FDE-A00A-961A-174B-A07C58F440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0688" y="927100"/>
            <a:ext cx="5308600" cy="736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FE6377-C0BC-9D8E-8246-86DB339EF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9350" y="2097900"/>
            <a:ext cx="4813300" cy="749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7D0D6E-FBC6-5022-A3BD-DCB6C825C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050" y="3009900"/>
            <a:ext cx="3263900" cy="838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7E5CBF-D1D2-239F-2A9F-49CB9AD17D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7600" y="4261970"/>
            <a:ext cx="23368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812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15439-73FA-9691-39A4-82A6BABB2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48DF6A-EC88-A838-FE2B-2B19A0D81A78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#5 MINI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E4EA64-3791-75C6-C5D7-A6EDEF9921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700" y="801595"/>
            <a:ext cx="5816600" cy="736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06131E-FA6A-C3C4-13BA-5851B7634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4050" y="1694703"/>
            <a:ext cx="3263900" cy="850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0B6E1E-F819-4078-5BB8-4A750985B2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3750" y="3009900"/>
            <a:ext cx="29845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8103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A6232-956E-5BA5-5EEB-F0CD0B766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8413A4-B679-69AB-A3D1-5E82208C7532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#5 POP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45362B-FC34-6187-7FB9-6D7BCD990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00" y="1142253"/>
            <a:ext cx="5308600" cy="736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6F0CE9-A172-8F48-A6C6-BA97B7604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700" y="2153556"/>
            <a:ext cx="4800600" cy="7493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26A1F8-E5FC-6EC6-EB1C-400E4E63D3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050" y="3003550"/>
            <a:ext cx="3263900" cy="850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01355D-FFEA-8943-5EFF-A1A17C68E8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7600" y="4172323"/>
            <a:ext cx="23368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044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727E6-9640-3D6E-AFC3-62F71113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8AE55A-003F-B2B8-76AA-38EEF9FBCA9B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#25 LIT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6463F6-B069-030A-7107-FB0D402D8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444" y="1158314"/>
            <a:ext cx="4089400" cy="596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EA0837-68DA-7BCF-A895-172F19F365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944" y="2122178"/>
            <a:ext cx="4216400" cy="596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489AE5-3FC1-505E-AE3E-AB518D0E1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400" y="3130550"/>
            <a:ext cx="40132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743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34519B-6D6E-D58E-1C51-840E5401E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70D558-6AC4-B5D3-8A4A-86B48976449F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#25 FULL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5597E9D-80EE-CAFB-EB92-4164A1892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7650" y="3130550"/>
            <a:ext cx="4076700" cy="596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B004D9-4FD1-8A5A-C544-DC3165F1F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150" y="3901514"/>
            <a:ext cx="4013200" cy="596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E45358-493E-621B-4C42-C31DB12D15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1150" y="4672478"/>
            <a:ext cx="38735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6221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3CF2A-ACB6-18A8-0D72-F50568B45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94B1AA-DFA9-6FCA-E349-F36D4EA598A7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#25 BROAD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9F183F-86EF-8499-36C1-D9477156B8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444" y="996950"/>
            <a:ext cx="4076700" cy="596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337C9E-E0F4-F014-2B80-CE932ED25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3994" y="2097900"/>
            <a:ext cx="4673600" cy="609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5A1907-75FC-6B63-B3B1-FB7D178BBD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400" y="3124200"/>
            <a:ext cx="40132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251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2402B-4753-65FB-6CEA-891994A65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DB591D-8997-473C-3FE6-A8F61097066F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#25 MINI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64CF59-DAF0-A609-5527-BC0AE9DC6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214" y="936812"/>
            <a:ext cx="4076700" cy="609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59B8AEE-D684-A7C0-72BB-8480EFAC4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200" y="1990324"/>
            <a:ext cx="4673600" cy="596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03517F6-1FD6-20CA-526F-86DEBE85F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9400" y="3130550"/>
            <a:ext cx="40132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085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63820-CAF8-A4DE-A798-013B954F9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D906B1-074E-F05A-A0A9-57CAD7D1F288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#25 POP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A7C89E-D246-AE8A-5C44-436DBA9D6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9056" y="1116106"/>
            <a:ext cx="3644900" cy="6096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11F6CC1-1F63-CE60-034B-ECA91C0B4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1300" y="2102224"/>
            <a:ext cx="4089400" cy="609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3053D10-BB70-445D-C32A-BAEB8C75AA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5900" y="3130550"/>
            <a:ext cx="4140200" cy="596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69D149-8B04-B4B8-29E6-5DFD992595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4204447"/>
            <a:ext cx="2895600" cy="711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E44DF7-3CC6-B327-850B-8BCC51C4FC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1858" y="5484553"/>
            <a:ext cx="3543300" cy="66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417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A10B9-F5A6-B2A3-F27E-C1FB55BDD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AB1367-9A1E-2661-04C4-D0137B253F8D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#26 LIT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FD31FA-B263-6BEB-99A4-E35DC2DF1B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730997"/>
            <a:ext cx="4876800" cy="698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820CCB4-EC1B-D121-FA3A-2A091338AB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5900" y="1890059"/>
            <a:ext cx="4508500" cy="71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742468-18A5-164F-B3A7-ACE0DC17FC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00" y="3060700"/>
            <a:ext cx="35306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7641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466FE-E936-B864-FA12-4D479C5B7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B895200-2C9C-1440-B724-C492614B6DBF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#26 FULL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4FBA213-5A7E-7357-91FE-A1874422C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5400" y="3060700"/>
            <a:ext cx="4521200" cy="736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16B38E6-7546-698D-A82E-88F435BCC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1250" y="4185397"/>
            <a:ext cx="23495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026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70DF9-74F6-B1C2-830D-F71BE394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197D94B-3264-5546-A2B1-4E4F7E39FAB7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#26 BROAD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A944C3-28E0-85B2-87D8-21B33ABF2E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079750"/>
            <a:ext cx="4876800" cy="698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4915FE-23CB-3462-C5B5-228149D67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750" y="3872379"/>
            <a:ext cx="4508500" cy="7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204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B740A-05BD-98C0-F3B8-71F247445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4A1B8B-9354-DB11-7020-967427501978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#26 MINI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DF798B3-E89B-5B11-E7DE-F32FC9280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700" y="3079750"/>
            <a:ext cx="5054600" cy="698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9F4A690-8709-6FC7-213D-A7EB758152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4257115"/>
            <a:ext cx="22479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073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962E2-E761-570D-FF59-B76C58511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9FAD5D-4B78-7D6D-C196-78F928FCD609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#26 POP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98CB3C-A91C-1294-74D3-1C2BF8123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7994" y="1609539"/>
            <a:ext cx="5054600" cy="698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5D3A464-831C-C305-34DC-379295E534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350" y="3257550"/>
            <a:ext cx="1765300" cy="342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083C2FF-6409-9AB1-025A-AB4BCEEE7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5200" y="4482726"/>
            <a:ext cx="26416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141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B81ED-5090-E009-4FD6-97C83F5AB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6D3652-BB8C-72ED-8283-263254C51688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#35 LIT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65030C-5E3E-FD51-8E68-E06F2247B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850" y="756771"/>
            <a:ext cx="3416300" cy="1041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B44A48-7833-8B67-DECB-B90BB0310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200" y="2286374"/>
            <a:ext cx="3149600" cy="1460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A9E7F6-4616-8122-15E4-B4E178530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2444" y="4550335"/>
            <a:ext cx="46990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5771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56CEF-6935-6B4D-A228-A53F6DB3A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AD861ED-9767-C7E6-5034-A61132BEF339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#35 FULL</a:t>
            </a:r>
          </a:p>
        </p:txBody>
      </p:sp>
    </p:spTree>
    <p:extLst>
      <p:ext uri="{BB962C8B-B14F-4D97-AF65-F5344CB8AC3E}">
        <p14:creationId xmlns:p14="http://schemas.microsoft.com/office/powerpoint/2010/main" val="19971535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F9F67-D907-35F4-EE54-90255C6FB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823FD5-7EF0-10BB-6D97-2D265911921E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#35 BROAD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F65B0E-E44B-211A-88B4-CECD6B85F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7850" y="2908300"/>
            <a:ext cx="3416300" cy="1041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03BE2F-E8D1-54D4-EB56-E1BF7E2FF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3450" y="4193614"/>
            <a:ext cx="2705100" cy="1231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EEEDB8-9995-CB04-11A4-18D39BD04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7850" y="5425514"/>
            <a:ext cx="37719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3873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0DA82-5E83-42A1-E4C9-3D02FA214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BC23F8-BC52-4782-61D3-D30ACC242A34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#35 MINI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3D024AD-2A78-1D5D-7C76-452FB9529C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0050" y="847164"/>
            <a:ext cx="3771900" cy="12192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4B9CE1-1436-469D-7838-EE88B7064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1450" y="2724150"/>
            <a:ext cx="4229100" cy="1409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820921-E864-C477-8314-07188ED495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0850" y="4791636"/>
            <a:ext cx="36703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0562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FF92B-5987-47C0-440D-06BB16DAE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2893FB-5D9B-78F4-DD65-DDB2CD3CA0D9}"/>
              </a:ext>
            </a:extLst>
          </p:cNvPr>
          <p:cNvSpPr txBox="1"/>
          <p:nvPr/>
        </p:nvSpPr>
        <p:spPr>
          <a:xfrm>
            <a:off x="98855" y="123568"/>
            <a:ext cx="4003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#35 POP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4027AA-2369-E507-AA93-8EFB961447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2450" y="2940050"/>
            <a:ext cx="3467100" cy="9779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8C5DE0B-8666-20C3-EC99-5B03AD61E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00" y="4222003"/>
            <a:ext cx="2057400" cy="67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6146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3195</TotalTime>
  <Words>76</Words>
  <Application>Microsoft Macintosh PowerPoint</Application>
  <PresentationFormat>Widescreen</PresentationFormat>
  <Paragraphs>26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 Tanovic</dc:creator>
  <cp:lastModifiedBy>Sara Tanovic</cp:lastModifiedBy>
  <cp:revision>2</cp:revision>
  <dcterms:created xsi:type="dcterms:W3CDTF">2026-03-16T10:33:14Z</dcterms:created>
  <dcterms:modified xsi:type="dcterms:W3CDTF">2026-03-18T15:48:55Z</dcterms:modified>
</cp:coreProperties>
</file>