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9" r:id="rId2"/>
    <p:sldId id="257" r:id="rId3"/>
    <p:sldId id="261" r:id="rId4"/>
    <p:sldId id="263" r:id="rId5"/>
    <p:sldId id="265" r:id="rId6"/>
    <p:sldId id="267" r:id="rId7"/>
    <p:sldId id="269" r:id="rId8"/>
    <p:sldId id="271" r:id="rId9"/>
    <p:sldId id="273" r:id="rId10"/>
    <p:sldId id="275" r:id="rId11"/>
    <p:sldId id="277" r:id="rId12"/>
    <p:sldId id="279" r:id="rId13"/>
    <p:sldId id="281" r:id="rId14"/>
    <p:sldId id="283" r:id="rId15"/>
    <p:sldId id="285" r:id="rId16"/>
    <p:sldId id="287" r:id="rId17"/>
    <p:sldId id="289" r:id="rId18"/>
    <p:sldId id="291" r:id="rId19"/>
    <p:sldId id="293" r:id="rId20"/>
    <p:sldId id="295" r:id="rId21"/>
    <p:sldId id="297" r:id="rId22"/>
    <p:sldId id="299" r:id="rId23"/>
    <p:sldId id="301" r:id="rId24"/>
    <p:sldId id="303" r:id="rId25"/>
    <p:sldId id="30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14A6A-B147-034A-8EB9-E416DE7FC9B7}" v="454" dt="2026-03-18T15:27:27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84"/>
    <p:restoredTop sz="94630"/>
  </p:normalViewPr>
  <p:slideViewPr>
    <p:cSldViewPr snapToGrid="0">
      <p:cViewPr varScale="1">
        <p:scale>
          <a:sx n="88" d="100"/>
          <a:sy n="88" d="100"/>
        </p:scale>
        <p:origin x="1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Tanovic" userId="f353ab82-bd92-4c89-8251-9c3370876dd6" providerId="ADAL" clId="{A198CD69-D5D8-56AF-90B6-93679EEDCE1D}"/>
    <pc:docChg chg="undo custSel delSld modSld">
      <pc:chgData name="Sara Tanovic" userId="f353ab82-bd92-4c89-8251-9c3370876dd6" providerId="ADAL" clId="{A198CD69-D5D8-56AF-90B6-93679EEDCE1D}" dt="2026-03-18T15:46:10.136" v="1822" actId="2696"/>
      <pc:docMkLst>
        <pc:docMk/>
      </pc:docMkLst>
      <pc:sldChg chg="del">
        <pc:chgData name="Sara Tanovic" userId="f353ab82-bd92-4c89-8251-9c3370876dd6" providerId="ADAL" clId="{A198CD69-D5D8-56AF-90B6-93679EEDCE1D}" dt="2026-03-18T15:45:35.505" v="1821" actId="2696"/>
        <pc:sldMkLst>
          <pc:docMk/>
          <pc:sldMk cId="259367962" sldId="256"/>
        </pc:sldMkLst>
      </pc:sldChg>
      <pc:sldChg chg="addSp modSp mod">
        <pc:chgData name="Sara Tanovic" userId="f353ab82-bd92-4c89-8251-9c3370876dd6" providerId="ADAL" clId="{A198CD69-D5D8-56AF-90B6-93679EEDCE1D}" dt="2026-03-16T16:53:55.971" v="578" actId="208"/>
        <pc:sldMkLst>
          <pc:docMk/>
          <pc:sldMk cId="2393497569" sldId="257"/>
        </pc:sldMkLst>
        <pc:picChg chg="add mod">
          <ac:chgData name="Sara Tanovic" userId="f353ab82-bd92-4c89-8251-9c3370876dd6" providerId="ADAL" clId="{A198CD69-D5D8-56AF-90B6-93679EEDCE1D}" dt="2026-03-16T16:53:55.971" v="578" actId="208"/>
          <ac:picMkLst>
            <pc:docMk/>
            <pc:sldMk cId="2393497569" sldId="257"/>
            <ac:picMk id="3" creationId="{13B0754B-70A5-4DDF-E050-D38035E7DDB5}"/>
          </ac:picMkLst>
        </pc:picChg>
        <pc:picChg chg="add mod">
          <ac:chgData name="Sara Tanovic" userId="f353ab82-bd92-4c89-8251-9c3370876dd6" providerId="ADAL" clId="{A198CD69-D5D8-56AF-90B6-93679EEDCE1D}" dt="2026-03-16T16:53:55.971" v="578" actId="208"/>
          <ac:picMkLst>
            <pc:docMk/>
            <pc:sldMk cId="2393497569" sldId="257"/>
            <ac:picMk id="4" creationId="{95C0DE7F-588D-F174-5427-02346864C40B}"/>
          </ac:picMkLst>
        </pc:picChg>
        <pc:picChg chg="add mod">
          <ac:chgData name="Sara Tanovic" userId="f353ab82-bd92-4c89-8251-9c3370876dd6" providerId="ADAL" clId="{A198CD69-D5D8-56AF-90B6-93679EEDCE1D}" dt="2026-03-16T16:53:55.971" v="578" actId="208"/>
          <ac:picMkLst>
            <pc:docMk/>
            <pc:sldMk cId="2393497569" sldId="257"/>
            <ac:picMk id="5" creationId="{AA947E17-C5F7-4BC5-2C3B-B45FB24F6DC7}"/>
          </ac:picMkLst>
        </pc:picChg>
        <pc:picChg chg="add mod">
          <ac:chgData name="Sara Tanovic" userId="f353ab82-bd92-4c89-8251-9c3370876dd6" providerId="ADAL" clId="{A198CD69-D5D8-56AF-90B6-93679EEDCE1D}" dt="2026-03-16T16:53:55.971" v="578" actId="208"/>
          <ac:picMkLst>
            <pc:docMk/>
            <pc:sldMk cId="2393497569" sldId="257"/>
            <ac:picMk id="6" creationId="{7C1D4C04-2018-741B-CE62-53897E06C42B}"/>
          </ac:picMkLst>
        </pc:picChg>
        <pc:picChg chg="add mod">
          <ac:chgData name="Sara Tanovic" userId="f353ab82-bd92-4c89-8251-9c3370876dd6" providerId="ADAL" clId="{A198CD69-D5D8-56AF-90B6-93679EEDCE1D}" dt="2026-03-16T16:53:55.971" v="578" actId="208"/>
          <ac:picMkLst>
            <pc:docMk/>
            <pc:sldMk cId="2393497569" sldId="257"/>
            <ac:picMk id="7" creationId="{D2A5FBAB-38D3-60C4-1041-D8DF65B5DD99}"/>
          </ac:picMkLst>
        </pc:picChg>
        <pc:picChg chg="add mod">
          <ac:chgData name="Sara Tanovic" userId="f353ab82-bd92-4c89-8251-9c3370876dd6" providerId="ADAL" clId="{A198CD69-D5D8-56AF-90B6-93679EEDCE1D}" dt="2026-03-16T16:53:55.971" v="578" actId="208"/>
          <ac:picMkLst>
            <pc:docMk/>
            <pc:sldMk cId="2393497569" sldId="257"/>
            <ac:picMk id="8" creationId="{C23CE96E-3D9E-B0FB-2107-AFD48E9AC5EE}"/>
          </ac:picMkLst>
        </pc:picChg>
        <pc:picChg chg="add mod">
          <ac:chgData name="Sara Tanovic" userId="f353ab82-bd92-4c89-8251-9c3370876dd6" providerId="ADAL" clId="{A198CD69-D5D8-56AF-90B6-93679EEDCE1D}" dt="2026-03-16T16:53:55.971" v="578" actId="208"/>
          <ac:picMkLst>
            <pc:docMk/>
            <pc:sldMk cId="2393497569" sldId="257"/>
            <ac:picMk id="9" creationId="{C35F94A2-4D08-7686-55EF-0FAECBE22196}"/>
          </ac:picMkLst>
        </pc:picChg>
        <pc:cxnChg chg="add mod">
          <ac:chgData name="Sara Tanovic" userId="f353ab82-bd92-4c89-8251-9c3370876dd6" providerId="ADAL" clId="{A198CD69-D5D8-56AF-90B6-93679EEDCE1D}" dt="2026-03-16T16:53:55.971" v="578" actId="208"/>
          <ac:cxnSpMkLst>
            <pc:docMk/>
            <pc:sldMk cId="2393497569" sldId="257"/>
            <ac:cxnSpMk id="11" creationId="{28C58A25-8953-41CD-34F1-FD807F812CE9}"/>
          </ac:cxnSpMkLst>
        </pc:cxnChg>
        <pc:cxnChg chg="add">
          <ac:chgData name="Sara Tanovic" userId="f353ab82-bd92-4c89-8251-9c3370876dd6" providerId="ADAL" clId="{A198CD69-D5D8-56AF-90B6-93679EEDCE1D}" dt="2026-03-16T16:53:32.239" v="573" actId="11529"/>
          <ac:cxnSpMkLst>
            <pc:docMk/>
            <pc:sldMk cId="2393497569" sldId="257"/>
            <ac:cxnSpMk id="24" creationId="{380C5E85-86E4-BA8A-2CE7-06BA1765E155}"/>
          </ac:cxnSpMkLst>
        </pc:cxnChg>
        <pc:cxnChg chg="add mod">
          <ac:chgData name="Sara Tanovic" userId="f353ab82-bd92-4c89-8251-9c3370876dd6" providerId="ADAL" clId="{A198CD69-D5D8-56AF-90B6-93679EEDCE1D}" dt="2026-03-16T16:53:55.971" v="578" actId="208"/>
          <ac:cxnSpMkLst>
            <pc:docMk/>
            <pc:sldMk cId="2393497569" sldId="257"/>
            <ac:cxnSpMk id="26" creationId="{E8D483A3-6823-31EC-7A44-7AA825308D83}"/>
          </ac:cxnSpMkLst>
        </pc:cxnChg>
        <pc:cxnChg chg="add mod">
          <ac:chgData name="Sara Tanovic" userId="f353ab82-bd92-4c89-8251-9c3370876dd6" providerId="ADAL" clId="{A198CD69-D5D8-56AF-90B6-93679EEDCE1D}" dt="2026-03-16T16:53:55.971" v="578" actId="208"/>
          <ac:cxnSpMkLst>
            <pc:docMk/>
            <pc:sldMk cId="2393497569" sldId="257"/>
            <ac:cxnSpMk id="28" creationId="{14BBF12A-B1D9-DFB6-8FD8-D851F42E9B4D}"/>
          </ac:cxnSpMkLst>
        </pc:cxnChg>
        <pc:cxnChg chg="add">
          <ac:chgData name="Sara Tanovic" userId="f353ab82-bd92-4c89-8251-9c3370876dd6" providerId="ADAL" clId="{A198CD69-D5D8-56AF-90B6-93679EEDCE1D}" dt="2026-03-16T16:53:44.622" v="576" actId="11529"/>
          <ac:cxnSpMkLst>
            <pc:docMk/>
            <pc:sldMk cId="2393497569" sldId="257"/>
            <ac:cxnSpMk id="30" creationId="{37361829-3A5B-15BF-5370-7E9E36B11E35}"/>
          </ac:cxnSpMkLst>
        </pc:cxnChg>
        <pc:cxnChg chg="add">
          <ac:chgData name="Sara Tanovic" userId="f353ab82-bd92-4c89-8251-9c3370876dd6" providerId="ADAL" clId="{A198CD69-D5D8-56AF-90B6-93679EEDCE1D}" dt="2026-03-16T16:53:49.222" v="577" actId="11529"/>
          <ac:cxnSpMkLst>
            <pc:docMk/>
            <pc:sldMk cId="2393497569" sldId="257"/>
            <ac:cxnSpMk id="32" creationId="{1944F711-F7F6-EC5C-9A99-59027478A936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5:35.505" v="1821" actId="2696"/>
        <pc:sldMkLst>
          <pc:docMk/>
          <pc:sldMk cId="3451034222" sldId="258"/>
        </pc:sldMkLst>
        <pc:picChg chg="mod">
          <ac:chgData name="Sara Tanovic" userId="f353ab82-bd92-4c89-8251-9c3370876dd6" providerId="ADAL" clId="{A198CD69-D5D8-56AF-90B6-93679EEDCE1D}" dt="2026-03-18T15:27:19.267" v="1818" actId="1076"/>
          <ac:picMkLst>
            <pc:docMk/>
            <pc:sldMk cId="3451034222" sldId="258"/>
            <ac:picMk id="8" creationId="{47D0A433-F197-EAB2-667E-A2AAB99E3B9B}"/>
          </ac:picMkLst>
        </pc:picChg>
        <pc:picChg chg="mod">
          <ac:chgData name="Sara Tanovic" userId="f353ab82-bd92-4c89-8251-9c3370876dd6" providerId="ADAL" clId="{A198CD69-D5D8-56AF-90B6-93679EEDCE1D}" dt="2026-03-18T15:27:19.267" v="1818" actId="1076"/>
          <ac:picMkLst>
            <pc:docMk/>
            <pc:sldMk cId="3451034222" sldId="258"/>
            <ac:picMk id="9" creationId="{1A45A120-63B3-C820-A2DD-B3406013418A}"/>
          </ac:picMkLst>
        </pc:picChg>
        <pc:picChg chg="mod">
          <ac:chgData name="Sara Tanovic" userId="f353ab82-bd92-4c89-8251-9c3370876dd6" providerId="ADAL" clId="{A198CD69-D5D8-56AF-90B6-93679EEDCE1D}" dt="2026-03-18T15:27:19.267" v="1818" actId="1076"/>
          <ac:picMkLst>
            <pc:docMk/>
            <pc:sldMk cId="3451034222" sldId="258"/>
            <ac:picMk id="10" creationId="{4002D7C3-AF17-1E37-C338-2B2633F532B5}"/>
          </ac:picMkLst>
        </pc:picChg>
        <pc:picChg chg="mod">
          <ac:chgData name="Sara Tanovic" userId="f353ab82-bd92-4c89-8251-9c3370876dd6" providerId="ADAL" clId="{A198CD69-D5D8-56AF-90B6-93679EEDCE1D}" dt="2026-03-18T15:27:19.267" v="1818" actId="1076"/>
          <ac:picMkLst>
            <pc:docMk/>
            <pc:sldMk cId="3451034222" sldId="258"/>
            <ac:picMk id="11" creationId="{297E3302-8C96-43AE-3395-6A25EFB86C18}"/>
          </ac:picMkLst>
        </pc:picChg>
        <pc:picChg chg="add mod">
          <ac:chgData name="Sara Tanovic" userId="f353ab82-bd92-4c89-8251-9c3370876dd6" providerId="ADAL" clId="{A198CD69-D5D8-56AF-90B6-93679EEDCE1D}" dt="2026-03-18T15:27:27.008" v="1820" actId="571"/>
          <ac:picMkLst>
            <pc:docMk/>
            <pc:sldMk cId="3451034222" sldId="258"/>
            <ac:picMk id="12" creationId="{138C7C2B-1431-A595-2686-04EA15868A40}"/>
          </ac:picMkLst>
        </pc:picChg>
        <pc:picChg chg="add mod">
          <ac:chgData name="Sara Tanovic" userId="f353ab82-bd92-4c89-8251-9c3370876dd6" providerId="ADAL" clId="{A198CD69-D5D8-56AF-90B6-93679EEDCE1D}" dt="2026-03-18T15:27:27.008" v="1820" actId="571"/>
          <ac:picMkLst>
            <pc:docMk/>
            <pc:sldMk cId="3451034222" sldId="258"/>
            <ac:picMk id="13" creationId="{3458E5C5-D997-EA85-D47B-092E62B3F7CF}"/>
          </ac:picMkLst>
        </pc:picChg>
        <pc:picChg chg="add mod">
          <ac:chgData name="Sara Tanovic" userId="f353ab82-bd92-4c89-8251-9c3370876dd6" providerId="ADAL" clId="{A198CD69-D5D8-56AF-90B6-93679EEDCE1D}" dt="2026-03-18T15:27:27.008" v="1820" actId="571"/>
          <ac:picMkLst>
            <pc:docMk/>
            <pc:sldMk cId="3451034222" sldId="258"/>
            <ac:picMk id="14" creationId="{CD9E31ED-6C96-EAD7-FFAA-0DEB57D299E7}"/>
          </ac:picMkLst>
        </pc:picChg>
        <pc:picChg chg="add mod">
          <ac:chgData name="Sara Tanovic" userId="f353ab82-bd92-4c89-8251-9c3370876dd6" providerId="ADAL" clId="{A198CD69-D5D8-56AF-90B6-93679EEDCE1D}" dt="2026-03-18T15:27:27.008" v="1820" actId="571"/>
          <ac:picMkLst>
            <pc:docMk/>
            <pc:sldMk cId="3451034222" sldId="258"/>
            <ac:picMk id="15" creationId="{B095001D-9FE6-A5B6-1985-6279F9FEBC15}"/>
          </ac:picMkLst>
        </pc:picChg>
        <pc:picChg chg="add mod">
          <ac:chgData name="Sara Tanovic" userId="f353ab82-bd92-4c89-8251-9c3370876dd6" providerId="ADAL" clId="{A198CD69-D5D8-56AF-90B6-93679EEDCE1D}" dt="2026-03-18T15:27:27.008" v="1820" actId="571"/>
          <ac:picMkLst>
            <pc:docMk/>
            <pc:sldMk cId="3451034222" sldId="258"/>
            <ac:picMk id="16" creationId="{4D9B81BD-A645-BA92-71C1-E888F09ED3B3}"/>
          </ac:picMkLst>
        </pc:picChg>
        <pc:picChg chg="add mod">
          <ac:chgData name="Sara Tanovic" userId="f353ab82-bd92-4c89-8251-9c3370876dd6" providerId="ADAL" clId="{A198CD69-D5D8-56AF-90B6-93679EEDCE1D}" dt="2026-03-18T15:27:27.008" v="1820" actId="571"/>
          <ac:picMkLst>
            <pc:docMk/>
            <pc:sldMk cId="3451034222" sldId="258"/>
            <ac:picMk id="17" creationId="{44A7E43B-9EB9-2928-284F-386C2513525E}"/>
          </ac:picMkLst>
        </pc:picChg>
        <pc:picChg chg="add mod">
          <ac:chgData name="Sara Tanovic" userId="f353ab82-bd92-4c89-8251-9c3370876dd6" providerId="ADAL" clId="{A198CD69-D5D8-56AF-90B6-93679EEDCE1D}" dt="2026-03-18T15:27:27.008" v="1820" actId="571"/>
          <ac:picMkLst>
            <pc:docMk/>
            <pc:sldMk cId="3451034222" sldId="258"/>
            <ac:picMk id="18" creationId="{6D7FE6B8-BB84-7053-7AAC-80EE1EB702B7}"/>
          </ac:picMkLst>
        </pc:picChg>
        <pc:picChg chg="add mod">
          <ac:chgData name="Sara Tanovic" userId="f353ab82-bd92-4c89-8251-9c3370876dd6" providerId="ADAL" clId="{A198CD69-D5D8-56AF-90B6-93679EEDCE1D}" dt="2026-03-18T15:27:27.008" v="1820" actId="571"/>
          <ac:picMkLst>
            <pc:docMk/>
            <pc:sldMk cId="3451034222" sldId="258"/>
            <ac:picMk id="19" creationId="{6A4E11DF-8FAC-5C05-28FF-8786D3D349AF}"/>
          </ac:picMkLst>
        </pc:picChg>
        <pc:picChg chg="add mod">
          <ac:chgData name="Sara Tanovic" userId="f353ab82-bd92-4c89-8251-9c3370876dd6" providerId="ADAL" clId="{A198CD69-D5D8-56AF-90B6-93679EEDCE1D}" dt="2026-03-18T15:27:27.008" v="1820" actId="571"/>
          <ac:picMkLst>
            <pc:docMk/>
            <pc:sldMk cId="3451034222" sldId="258"/>
            <ac:picMk id="20" creationId="{E40FD246-54C4-53C9-87B6-6BCB9329EB07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7:48:55.920" v="1815" actId="478"/>
        <pc:sldMkLst>
          <pc:docMk/>
          <pc:sldMk cId="2830361357" sldId="259"/>
        </pc:sldMkLst>
        <pc:picChg chg="add mod">
          <ac:chgData name="Sara Tanovic" userId="f353ab82-bd92-4c89-8251-9c3370876dd6" providerId="ADAL" clId="{A198CD69-D5D8-56AF-90B6-93679EEDCE1D}" dt="2026-03-16T16:46:58.435" v="491" actId="208"/>
          <ac:picMkLst>
            <pc:docMk/>
            <pc:sldMk cId="2830361357" sldId="259"/>
            <ac:picMk id="3" creationId="{ECFC00BC-4E0D-486E-B36F-685C01AB3527}"/>
          </ac:picMkLst>
        </pc:picChg>
        <pc:picChg chg="add mod">
          <ac:chgData name="Sara Tanovic" userId="f353ab82-bd92-4c89-8251-9c3370876dd6" providerId="ADAL" clId="{A198CD69-D5D8-56AF-90B6-93679EEDCE1D}" dt="2026-03-16T16:45:42.963" v="448" actId="554"/>
          <ac:picMkLst>
            <pc:docMk/>
            <pc:sldMk cId="2830361357" sldId="259"/>
            <ac:picMk id="4" creationId="{A802102F-00DD-B9AF-F01A-F2F2CFA2CCAE}"/>
          </ac:picMkLst>
        </pc:picChg>
        <pc:picChg chg="add mod">
          <ac:chgData name="Sara Tanovic" userId="f353ab82-bd92-4c89-8251-9c3370876dd6" providerId="ADAL" clId="{A198CD69-D5D8-56AF-90B6-93679EEDCE1D}" dt="2026-03-16T16:44:08.961" v="424" actId="554"/>
          <ac:picMkLst>
            <pc:docMk/>
            <pc:sldMk cId="2830361357" sldId="259"/>
            <ac:picMk id="5" creationId="{2F9ECAA8-324B-D3C5-4C13-8AC2082E2E61}"/>
          </ac:picMkLst>
        </pc:picChg>
        <pc:picChg chg="add mod">
          <ac:chgData name="Sara Tanovic" userId="f353ab82-bd92-4c89-8251-9c3370876dd6" providerId="ADAL" clId="{A198CD69-D5D8-56AF-90B6-93679EEDCE1D}" dt="2026-03-16T16:46:58.435" v="491" actId="208"/>
          <ac:picMkLst>
            <pc:docMk/>
            <pc:sldMk cId="2830361357" sldId="259"/>
            <ac:picMk id="6" creationId="{6AD9F52A-6CB5-ADEE-64F4-E53ADA03C9FC}"/>
          </ac:picMkLst>
        </pc:picChg>
        <pc:picChg chg="add mod">
          <ac:chgData name="Sara Tanovic" userId="f353ab82-bd92-4c89-8251-9c3370876dd6" providerId="ADAL" clId="{A198CD69-D5D8-56AF-90B6-93679EEDCE1D}" dt="2026-03-16T16:46:58.435" v="491" actId="208"/>
          <ac:picMkLst>
            <pc:docMk/>
            <pc:sldMk cId="2830361357" sldId="259"/>
            <ac:picMk id="7" creationId="{43F831FB-04D3-3623-CDBA-76574BDD3D76}"/>
          </ac:picMkLst>
        </pc:picChg>
        <pc:picChg chg="add mod">
          <ac:chgData name="Sara Tanovic" userId="f353ab82-bd92-4c89-8251-9c3370876dd6" providerId="ADAL" clId="{A198CD69-D5D8-56AF-90B6-93679EEDCE1D}" dt="2026-03-16T16:46:58.435" v="491" actId="208"/>
          <ac:picMkLst>
            <pc:docMk/>
            <pc:sldMk cId="2830361357" sldId="259"/>
            <ac:picMk id="8" creationId="{670EA0F6-216A-94B0-8B6E-0841364A73B4}"/>
          </ac:picMkLst>
        </pc:picChg>
        <pc:picChg chg="add mod">
          <ac:chgData name="Sara Tanovic" userId="f353ab82-bd92-4c89-8251-9c3370876dd6" providerId="ADAL" clId="{A198CD69-D5D8-56AF-90B6-93679EEDCE1D}" dt="2026-03-16T16:45:56.525" v="478" actId="1036"/>
          <ac:picMkLst>
            <pc:docMk/>
            <pc:sldMk cId="2830361357" sldId="259"/>
            <ac:picMk id="9" creationId="{4A63B2E3-1080-04D9-6FDD-F0E416638C6A}"/>
          </ac:picMkLst>
        </pc:picChg>
        <pc:picChg chg="add mod">
          <ac:chgData name="Sara Tanovic" userId="f353ab82-bd92-4c89-8251-9c3370876dd6" providerId="ADAL" clId="{A198CD69-D5D8-56AF-90B6-93679EEDCE1D}" dt="2026-03-16T16:46:58.435" v="491" actId="208"/>
          <ac:picMkLst>
            <pc:docMk/>
            <pc:sldMk cId="2830361357" sldId="259"/>
            <ac:picMk id="10" creationId="{4A253C89-FCB8-F458-07D0-507460B41D31}"/>
          </ac:picMkLst>
        </pc:picChg>
        <pc:picChg chg="add mod">
          <ac:chgData name="Sara Tanovic" userId="f353ab82-bd92-4c89-8251-9c3370876dd6" providerId="ADAL" clId="{A198CD69-D5D8-56AF-90B6-93679EEDCE1D}" dt="2026-03-16T16:46:58.435" v="491" actId="208"/>
          <ac:picMkLst>
            <pc:docMk/>
            <pc:sldMk cId="2830361357" sldId="259"/>
            <ac:picMk id="11" creationId="{577F7307-EE6E-8742-81C8-356B2B2CE171}"/>
          </ac:picMkLst>
        </pc:picChg>
        <pc:picChg chg="add mod">
          <ac:chgData name="Sara Tanovic" userId="f353ab82-bd92-4c89-8251-9c3370876dd6" providerId="ADAL" clId="{A198CD69-D5D8-56AF-90B6-93679EEDCE1D}" dt="2026-03-16T16:47:37.293" v="513" actId="553"/>
          <ac:picMkLst>
            <pc:docMk/>
            <pc:sldMk cId="2830361357" sldId="259"/>
            <ac:picMk id="12" creationId="{4271BE99-FDF0-EE20-B839-B39F6A167396}"/>
          </ac:picMkLst>
        </pc:picChg>
        <pc:picChg chg="add mod">
          <ac:chgData name="Sara Tanovic" userId="f353ab82-bd92-4c89-8251-9c3370876dd6" providerId="ADAL" clId="{A198CD69-D5D8-56AF-90B6-93679EEDCE1D}" dt="2026-03-16T16:47:37.293" v="513" actId="553"/>
          <ac:picMkLst>
            <pc:docMk/>
            <pc:sldMk cId="2830361357" sldId="259"/>
            <ac:picMk id="13" creationId="{DD8EC6FB-5B50-27A4-C86A-11ED56E16A3A}"/>
          </ac:picMkLst>
        </pc:picChg>
        <pc:picChg chg="add mod">
          <ac:chgData name="Sara Tanovic" userId="f353ab82-bd92-4c89-8251-9c3370876dd6" providerId="ADAL" clId="{A198CD69-D5D8-56AF-90B6-93679EEDCE1D}" dt="2026-03-16T16:47:30.937" v="512" actId="1038"/>
          <ac:picMkLst>
            <pc:docMk/>
            <pc:sldMk cId="2830361357" sldId="259"/>
            <ac:picMk id="14" creationId="{505D62FF-B9F7-5D47-41AE-A82E6ABF6465}"/>
          </ac:picMkLst>
        </pc:picChg>
        <pc:picChg chg="add mod">
          <ac:chgData name="Sara Tanovic" userId="f353ab82-bd92-4c89-8251-9c3370876dd6" providerId="ADAL" clId="{A198CD69-D5D8-56AF-90B6-93679EEDCE1D}" dt="2026-03-16T16:47:30.937" v="512" actId="1038"/>
          <ac:picMkLst>
            <pc:docMk/>
            <pc:sldMk cId="2830361357" sldId="259"/>
            <ac:picMk id="15" creationId="{9AF4664E-CC28-3DA1-79A2-3A6B4C8F28B4}"/>
          </ac:picMkLst>
        </pc:picChg>
        <pc:picChg chg="add mod">
          <ac:chgData name="Sara Tanovic" userId="f353ab82-bd92-4c89-8251-9c3370876dd6" providerId="ADAL" clId="{A198CD69-D5D8-56AF-90B6-93679EEDCE1D}" dt="2026-03-16T16:47:30.937" v="512" actId="1038"/>
          <ac:picMkLst>
            <pc:docMk/>
            <pc:sldMk cId="2830361357" sldId="259"/>
            <ac:picMk id="16" creationId="{F9A0513F-2DF4-B9C8-57E6-73995F79D1AF}"/>
          </ac:picMkLst>
        </pc:picChg>
        <pc:picChg chg="add mod">
          <ac:chgData name="Sara Tanovic" userId="f353ab82-bd92-4c89-8251-9c3370876dd6" providerId="ADAL" clId="{A198CD69-D5D8-56AF-90B6-93679EEDCE1D}" dt="2026-03-16T16:47:30.937" v="512" actId="1038"/>
          <ac:picMkLst>
            <pc:docMk/>
            <pc:sldMk cId="2830361357" sldId="259"/>
            <ac:picMk id="21" creationId="{ADCA87BC-E280-66B2-B826-F42F0DC5CE36}"/>
          </ac:picMkLst>
        </pc:picChg>
        <pc:picChg chg="add mod modCrop">
          <ac:chgData name="Sara Tanovic" userId="f353ab82-bd92-4c89-8251-9c3370876dd6" providerId="ADAL" clId="{A198CD69-D5D8-56AF-90B6-93679EEDCE1D}" dt="2026-03-16T16:47:30.937" v="512" actId="1038"/>
          <ac:picMkLst>
            <pc:docMk/>
            <pc:sldMk cId="2830361357" sldId="259"/>
            <ac:picMk id="23" creationId="{5AE371AA-C9C0-DF82-D809-91CA0150285A}"/>
          </ac:picMkLst>
        </pc:picChg>
        <pc:picChg chg="add mod">
          <ac:chgData name="Sara Tanovic" userId="f353ab82-bd92-4c89-8251-9c3370876dd6" providerId="ADAL" clId="{A198CD69-D5D8-56AF-90B6-93679EEDCE1D}" dt="2026-03-16T16:47:30.937" v="512" actId="1038"/>
          <ac:picMkLst>
            <pc:docMk/>
            <pc:sldMk cId="2830361357" sldId="259"/>
            <ac:picMk id="24" creationId="{622B09E1-4DEE-FCD6-5B27-444BD390533C}"/>
          </ac:picMkLst>
        </pc:picChg>
        <pc:picChg chg="add mod">
          <ac:chgData name="Sara Tanovic" userId="f353ab82-bd92-4c89-8251-9c3370876dd6" providerId="ADAL" clId="{A198CD69-D5D8-56AF-90B6-93679EEDCE1D}" dt="2026-03-16T16:47:30.937" v="512" actId="1038"/>
          <ac:picMkLst>
            <pc:docMk/>
            <pc:sldMk cId="2830361357" sldId="259"/>
            <ac:picMk id="25" creationId="{129826FA-9A3D-4AC4-B427-015B549D2562}"/>
          </ac:picMkLst>
        </pc:picChg>
        <pc:picChg chg="add del mod">
          <ac:chgData name="Sara Tanovic" userId="f353ab82-bd92-4c89-8251-9c3370876dd6" providerId="ADAL" clId="{A198CD69-D5D8-56AF-90B6-93679EEDCE1D}" dt="2026-03-17T17:48:44.136" v="1811" actId="478"/>
          <ac:picMkLst>
            <pc:docMk/>
            <pc:sldMk cId="2830361357" sldId="259"/>
            <ac:picMk id="128" creationId="{A68A1966-E72B-267F-C5FF-DE6E39BEB29A}"/>
          </ac:picMkLst>
        </pc:picChg>
        <pc:picChg chg="add del">
          <ac:chgData name="Sara Tanovic" userId="f353ab82-bd92-4c89-8251-9c3370876dd6" providerId="ADAL" clId="{A198CD69-D5D8-56AF-90B6-93679EEDCE1D}" dt="2026-03-17T17:48:52.859" v="1813" actId="478"/>
          <ac:picMkLst>
            <pc:docMk/>
            <pc:sldMk cId="2830361357" sldId="259"/>
            <ac:picMk id="129" creationId="{6072CEA2-65CB-3952-03FA-D64422052B38}"/>
          </ac:picMkLst>
        </pc:picChg>
        <pc:picChg chg="add del">
          <ac:chgData name="Sara Tanovic" userId="f353ab82-bd92-4c89-8251-9c3370876dd6" providerId="ADAL" clId="{A198CD69-D5D8-56AF-90B6-93679EEDCE1D}" dt="2026-03-17T17:48:55.920" v="1815" actId="478"/>
          <ac:picMkLst>
            <pc:docMk/>
            <pc:sldMk cId="2830361357" sldId="259"/>
            <ac:picMk id="130" creationId="{E88EF718-E7A5-4677-75B9-B452A07FCA81}"/>
          </ac:picMkLst>
        </pc:picChg>
        <pc:cxnChg chg="add mod">
          <ac:chgData name="Sara Tanovic" userId="f353ab82-bd92-4c89-8251-9c3370876dd6" providerId="ADAL" clId="{A198CD69-D5D8-56AF-90B6-93679EEDCE1D}" dt="2026-03-16T16:45:42.963" v="448" actId="554"/>
          <ac:cxnSpMkLst>
            <pc:docMk/>
            <pc:sldMk cId="2830361357" sldId="259"/>
            <ac:cxnSpMk id="27" creationId="{792E42C4-60C3-C426-ACDE-C6D9FE9C9818}"/>
          </ac:cxnSpMkLst>
        </pc:cxnChg>
        <pc:cxnChg chg="add mod">
          <ac:chgData name="Sara Tanovic" userId="f353ab82-bd92-4c89-8251-9c3370876dd6" providerId="ADAL" clId="{A198CD69-D5D8-56AF-90B6-93679EEDCE1D}" dt="2026-03-16T16:44:08.961" v="424" actId="554"/>
          <ac:cxnSpMkLst>
            <pc:docMk/>
            <pc:sldMk cId="2830361357" sldId="259"/>
            <ac:cxnSpMk id="28" creationId="{BEA8B6AE-45AC-5F5E-0019-26A01043C1D6}"/>
          </ac:cxnSpMkLst>
        </pc:cxnChg>
        <pc:cxnChg chg="add mod">
          <ac:chgData name="Sara Tanovic" userId="f353ab82-bd92-4c89-8251-9c3370876dd6" providerId="ADAL" clId="{A198CD69-D5D8-56AF-90B6-93679EEDCE1D}" dt="2026-03-16T16:47:30.937" v="512" actId="1038"/>
          <ac:cxnSpMkLst>
            <pc:docMk/>
            <pc:sldMk cId="2830361357" sldId="259"/>
            <ac:cxnSpMk id="37" creationId="{7DE63FEC-4D5B-B500-E066-F1F25D7D9DE9}"/>
          </ac:cxnSpMkLst>
        </pc:cxnChg>
        <pc:cxnChg chg="add mod">
          <ac:chgData name="Sara Tanovic" userId="f353ab82-bd92-4c89-8251-9c3370876dd6" providerId="ADAL" clId="{A198CD69-D5D8-56AF-90B6-93679EEDCE1D}" dt="2026-03-16T16:42:22.096" v="393" actId="14100"/>
          <ac:cxnSpMkLst>
            <pc:docMk/>
            <pc:sldMk cId="2830361357" sldId="259"/>
            <ac:cxnSpMk id="40" creationId="{84A394F6-3406-AE63-AD46-B9208F579B3E}"/>
          </ac:cxnSpMkLst>
        </pc:cxnChg>
        <pc:cxnChg chg="add mod">
          <ac:chgData name="Sara Tanovic" userId="f353ab82-bd92-4c89-8251-9c3370876dd6" providerId="ADAL" clId="{A198CD69-D5D8-56AF-90B6-93679EEDCE1D}" dt="2026-03-16T16:44:08.961" v="424" actId="554"/>
          <ac:cxnSpMkLst>
            <pc:docMk/>
            <pc:sldMk cId="2830361357" sldId="259"/>
            <ac:cxnSpMk id="43" creationId="{190794EE-EB5A-B685-CEAA-CB36B4366A46}"/>
          </ac:cxnSpMkLst>
        </pc:cxnChg>
        <pc:cxnChg chg="add mod">
          <ac:chgData name="Sara Tanovic" userId="f353ab82-bd92-4c89-8251-9c3370876dd6" providerId="ADAL" clId="{A198CD69-D5D8-56AF-90B6-93679EEDCE1D}" dt="2026-03-16T16:42:30.063" v="399" actId="14100"/>
          <ac:cxnSpMkLst>
            <pc:docMk/>
            <pc:sldMk cId="2830361357" sldId="259"/>
            <ac:cxnSpMk id="46" creationId="{3511E104-9B65-028B-E609-A74B9F5302DC}"/>
          </ac:cxnSpMkLst>
        </pc:cxnChg>
        <pc:cxnChg chg="add mod">
          <ac:chgData name="Sara Tanovic" userId="f353ab82-bd92-4c89-8251-9c3370876dd6" providerId="ADAL" clId="{A198CD69-D5D8-56AF-90B6-93679EEDCE1D}" dt="2026-03-16T16:47:37.293" v="513" actId="553"/>
          <ac:cxnSpMkLst>
            <pc:docMk/>
            <pc:sldMk cId="2830361357" sldId="259"/>
            <ac:cxnSpMk id="49" creationId="{07CD5977-CFE2-A96B-0ADD-F23BB7D5DE13}"/>
          </ac:cxnSpMkLst>
        </pc:cxnChg>
        <pc:cxnChg chg="add mod">
          <ac:chgData name="Sara Tanovic" userId="f353ab82-bd92-4c89-8251-9c3370876dd6" providerId="ADAL" clId="{A198CD69-D5D8-56AF-90B6-93679EEDCE1D}" dt="2026-03-16T16:47:30.937" v="512" actId="1038"/>
          <ac:cxnSpMkLst>
            <pc:docMk/>
            <pc:sldMk cId="2830361357" sldId="259"/>
            <ac:cxnSpMk id="52" creationId="{B11E874F-3108-7C72-E7C4-52CEC6DB95A4}"/>
          </ac:cxnSpMkLst>
        </pc:cxnChg>
        <pc:cxnChg chg="add mod">
          <ac:chgData name="Sara Tanovic" userId="f353ab82-bd92-4c89-8251-9c3370876dd6" providerId="ADAL" clId="{A198CD69-D5D8-56AF-90B6-93679EEDCE1D}" dt="2026-03-16T16:44:29.125" v="425" actId="553"/>
          <ac:cxnSpMkLst>
            <pc:docMk/>
            <pc:sldMk cId="2830361357" sldId="259"/>
            <ac:cxnSpMk id="55" creationId="{CF5B5F34-ED81-F79C-B9E0-6BBB2581EFE0}"/>
          </ac:cxnSpMkLst>
        </pc:cxnChg>
        <pc:cxnChg chg="add mod">
          <ac:chgData name="Sara Tanovic" userId="f353ab82-bd92-4c89-8251-9c3370876dd6" providerId="ADAL" clId="{A198CD69-D5D8-56AF-90B6-93679EEDCE1D}" dt="2026-03-16T16:45:56.525" v="478" actId="1036"/>
          <ac:cxnSpMkLst>
            <pc:docMk/>
            <pc:sldMk cId="2830361357" sldId="259"/>
            <ac:cxnSpMk id="105" creationId="{8FEA7896-D44E-B475-25C3-30C906448D76}"/>
          </ac:cxnSpMkLst>
        </pc:cxnChg>
        <pc:cxnChg chg="add mod">
          <ac:chgData name="Sara Tanovic" userId="f353ab82-bd92-4c89-8251-9c3370876dd6" providerId="ADAL" clId="{A198CD69-D5D8-56AF-90B6-93679EEDCE1D}" dt="2026-03-16T16:46:03.533" v="480" actId="1076"/>
          <ac:cxnSpMkLst>
            <pc:docMk/>
            <pc:sldMk cId="2830361357" sldId="259"/>
            <ac:cxnSpMk id="107" creationId="{CADCCCC1-54BE-3584-BCDE-144DFBAA8CA8}"/>
          </ac:cxnSpMkLst>
        </pc:cxnChg>
        <pc:cxnChg chg="add mod">
          <ac:chgData name="Sara Tanovic" userId="f353ab82-bd92-4c89-8251-9c3370876dd6" providerId="ADAL" clId="{A198CD69-D5D8-56AF-90B6-93679EEDCE1D}" dt="2026-03-16T16:45:56.525" v="478" actId="1036"/>
          <ac:cxnSpMkLst>
            <pc:docMk/>
            <pc:sldMk cId="2830361357" sldId="259"/>
            <ac:cxnSpMk id="111" creationId="{C93673DD-A2E7-D5E3-449E-FD58A7CD7B28}"/>
          </ac:cxnSpMkLst>
        </pc:cxnChg>
        <pc:cxnChg chg="add mod">
          <ac:chgData name="Sara Tanovic" userId="f353ab82-bd92-4c89-8251-9c3370876dd6" providerId="ADAL" clId="{A198CD69-D5D8-56AF-90B6-93679EEDCE1D}" dt="2026-03-16T16:45:56.525" v="478" actId="1036"/>
          <ac:cxnSpMkLst>
            <pc:docMk/>
            <pc:sldMk cId="2830361357" sldId="259"/>
            <ac:cxnSpMk id="113" creationId="{75CA379C-BFEF-93C5-C4DD-10CB7460B023}"/>
          </ac:cxnSpMkLst>
        </pc:cxnChg>
        <pc:cxnChg chg="add">
          <ac:chgData name="Sara Tanovic" userId="f353ab82-bd92-4c89-8251-9c3370876dd6" providerId="ADAL" clId="{A198CD69-D5D8-56AF-90B6-93679EEDCE1D}" dt="2026-03-16T16:46:41.124" v="488" actId="11529"/>
          <ac:cxnSpMkLst>
            <pc:docMk/>
            <pc:sldMk cId="2830361357" sldId="259"/>
            <ac:cxnSpMk id="123" creationId="{A620EB79-ED1C-22C6-D3DB-10125211BC39}"/>
          </ac:cxnSpMkLst>
        </pc:cxnChg>
        <pc:cxnChg chg="add mod">
          <ac:chgData name="Sara Tanovic" userId="f353ab82-bd92-4c89-8251-9c3370876dd6" providerId="ADAL" clId="{A198CD69-D5D8-56AF-90B6-93679EEDCE1D}" dt="2026-03-16T16:46:44.901" v="490" actId="1076"/>
          <ac:cxnSpMkLst>
            <pc:docMk/>
            <pc:sldMk cId="2830361357" sldId="259"/>
            <ac:cxnSpMk id="124" creationId="{3E46DA3E-0028-F4AD-0B4F-B22B7D33DF2A}"/>
          </ac:cxnSpMkLst>
        </pc:cxnChg>
        <pc:cxnChg chg="add mod">
          <ac:chgData name="Sara Tanovic" userId="f353ab82-bd92-4c89-8251-9c3370876dd6" providerId="ADAL" clId="{A198CD69-D5D8-56AF-90B6-93679EEDCE1D}" dt="2026-03-16T16:47:26.322" v="501" actId="1038"/>
          <ac:cxnSpMkLst>
            <pc:docMk/>
            <pc:sldMk cId="2830361357" sldId="259"/>
            <ac:cxnSpMk id="125" creationId="{74FB0136-E99C-2F09-0957-3430EDEF2B49}"/>
          </ac:cxnSpMkLst>
        </pc:cxnChg>
        <pc:cxnChg chg="add mod">
          <ac:chgData name="Sara Tanovic" userId="f353ab82-bd92-4c89-8251-9c3370876dd6" providerId="ADAL" clId="{A198CD69-D5D8-56AF-90B6-93679EEDCE1D}" dt="2026-03-16T16:47:18.650" v="498" actId="1076"/>
          <ac:cxnSpMkLst>
            <pc:docMk/>
            <pc:sldMk cId="2830361357" sldId="259"/>
            <ac:cxnSpMk id="127" creationId="{2534630B-ECF6-8DA6-B746-6BD5479BD8B9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5:35.505" v="1821" actId="2696"/>
        <pc:sldMkLst>
          <pc:docMk/>
          <pc:sldMk cId="3940032962" sldId="260"/>
        </pc:sldMkLst>
      </pc:sldChg>
      <pc:sldChg chg="addSp delSp modSp mod">
        <pc:chgData name="Sara Tanovic" userId="f353ab82-bd92-4c89-8251-9c3370876dd6" providerId="ADAL" clId="{A198CD69-D5D8-56AF-90B6-93679EEDCE1D}" dt="2026-03-16T16:56:05.673" v="652" actId="208"/>
        <pc:sldMkLst>
          <pc:docMk/>
          <pc:sldMk cId="3296454234" sldId="261"/>
        </pc:sldMkLst>
        <pc:picChg chg="add mod">
          <ac:chgData name="Sara Tanovic" userId="f353ab82-bd92-4c89-8251-9c3370876dd6" providerId="ADAL" clId="{A198CD69-D5D8-56AF-90B6-93679EEDCE1D}" dt="2026-03-16T16:56:05.673" v="652" actId="208"/>
          <ac:picMkLst>
            <pc:docMk/>
            <pc:sldMk cId="3296454234" sldId="261"/>
            <ac:picMk id="3" creationId="{1D975AEA-A97B-FE27-6A3A-079E6E01C02F}"/>
          </ac:picMkLst>
        </pc:picChg>
        <pc:picChg chg="add mod">
          <ac:chgData name="Sara Tanovic" userId="f353ab82-bd92-4c89-8251-9c3370876dd6" providerId="ADAL" clId="{A198CD69-D5D8-56AF-90B6-93679EEDCE1D}" dt="2026-03-16T16:56:05.673" v="652" actId="208"/>
          <ac:picMkLst>
            <pc:docMk/>
            <pc:sldMk cId="3296454234" sldId="261"/>
            <ac:picMk id="4" creationId="{B1AF7A24-9AB7-DAA1-DEB0-F769A78400C6}"/>
          </ac:picMkLst>
        </pc:picChg>
        <pc:picChg chg="add mod">
          <ac:chgData name="Sara Tanovic" userId="f353ab82-bd92-4c89-8251-9c3370876dd6" providerId="ADAL" clId="{A198CD69-D5D8-56AF-90B6-93679EEDCE1D}" dt="2026-03-16T16:56:05.673" v="652" actId="208"/>
          <ac:picMkLst>
            <pc:docMk/>
            <pc:sldMk cId="3296454234" sldId="261"/>
            <ac:picMk id="5" creationId="{A26E0AE9-3419-160B-D02D-37088EB01710}"/>
          </ac:picMkLst>
        </pc:picChg>
        <pc:picChg chg="add mod">
          <ac:chgData name="Sara Tanovic" userId="f353ab82-bd92-4c89-8251-9c3370876dd6" providerId="ADAL" clId="{A198CD69-D5D8-56AF-90B6-93679EEDCE1D}" dt="2026-03-16T16:56:05.673" v="652" actId="208"/>
          <ac:picMkLst>
            <pc:docMk/>
            <pc:sldMk cId="3296454234" sldId="261"/>
            <ac:picMk id="6" creationId="{1989A758-431F-A978-15A9-5D84D7F313A8}"/>
          </ac:picMkLst>
        </pc:picChg>
        <pc:picChg chg="add mod">
          <ac:chgData name="Sara Tanovic" userId="f353ab82-bd92-4c89-8251-9c3370876dd6" providerId="ADAL" clId="{A198CD69-D5D8-56AF-90B6-93679EEDCE1D}" dt="2026-03-16T16:56:05.673" v="652" actId="208"/>
          <ac:picMkLst>
            <pc:docMk/>
            <pc:sldMk cId="3296454234" sldId="261"/>
            <ac:picMk id="7" creationId="{16783728-EE11-B26C-DFC8-FD7B1AB170F1}"/>
          </ac:picMkLst>
        </pc:picChg>
        <pc:picChg chg="add mod">
          <ac:chgData name="Sara Tanovic" userId="f353ab82-bd92-4c89-8251-9c3370876dd6" providerId="ADAL" clId="{A198CD69-D5D8-56AF-90B6-93679EEDCE1D}" dt="2026-03-16T16:56:05.673" v="652" actId="208"/>
          <ac:picMkLst>
            <pc:docMk/>
            <pc:sldMk cId="3296454234" sldId="261"/>
            <ac:picMk id="8" creationId="{D17FC496-9ACB-C9E4-5F29-77DDF805E4CF}"/>
          </ac:picMkLst>
        </pc:picChg>
        <pc:picChg chg="add mod">
          <ac:chgData name="Sara Tanovic" userId="f353ab82-bd92-4c89-8251-9c3370876dd6" providerId="ADAL" clId="{A198CD69-D5D8-56AF-90B6-93679EEDCE1D}" dt="2026-03-16T16:56:05.673" v="652" actId="208"/>
          <ac:picMkLst>
            <pc:docMk/>
            <pc:sldMk cId="3296454234" sldId="261"/>
            <ac:picMk id="9" creationId="{550E0B49-3097-CCB8-1D60-A1B9E3536E9D}"/>
          </ac:picMkLst>
        </pc:picChg>
        <pc:picChg chg="add mod">
          <ac:chgData name="Sara Tanovic" userId="f353ab82-bd92-4c89-8251-9c3370876dd6" providerId="ADAL" clId="{A198CD69-D5D8-56AF-90B6-93679EEDCE1D}" dt="2026-03-16T16:56:05.673" v="652" actId="208"/>
          <ac:picMkLst>
            <pc:docMk/>
            <pc:sldMk cId="3296454234" sldId="261"/>
            <ac:picMk id="10" creationId="{4DCB170B-8019-D6BF-E301-679212D30EC1}"/>
          </ac:picMkLst>
        </pc:picChg>
        <pc:cxnChg chg="add">
          <ac:chgData name="Sara Tanovic" userId="f353ab82-bd92-4c89-8251-9c3370876dd6" providerId="ADAL" clId="{A198CD69-D5D8-56AF-90B6-93679EEDCE1D}" dt="2026-03-16T16:55:30.804" v="631" actId="11529"/>
          <ac:cxnSpMkLst>
            <pc:docMk/>
            <pc:sldMk cId="3296454234" sldId="261"/>
            <ac:cxnSpMk id="12" creationId="{69E83788-29BA-F943-C245-CEBEAAFE3C1C}"/>
          </ac:cxnSpMkLst>
        </pc:cxnChg>
        <pc:cxnChg chg="add mod">
          <ac:chgData name="Sara Tanovic" userId="f353ab82-bd92-4c89-8251-9c3370876dd6" providerId="ADAL" clId="{A198CD69-D5D8-56AF-90B6-93679EEDCE1D}" dt="2026-03-16T16:55:35.684" v="634" actId="14100"/>
          <ac:cxnSpMkLst>
            <pc:docMk/>
            <pc:sldMk cId="3296454234" sldId="261"/>
            <ac:cxnSpMk id="13" creationId="{8775D42B-1C04-3793-D8B1-670B050E0FB6}"/>
          </ac:cxnSpMkLst>
        </pc:cxnChg>
        <pc:cxnChg chg="add mod">
          <ac:chgData name="Sara Tanovic" userId="f353ab82-bd92-4c89-8251-9c3370876dd6" providerId="ADAL" clId="{A198CD69-D5D8-56AF-90B6-93679EEDCE1D}" dt="2026-03-16T16:55:40.423" v="637" actId="14100"/>
          <ac:cxnSpMkLst>
            <pc:docMk/>
            <pc:sldMk cId="3296454234" sldId="261"/>
            <ac:cxnSpMk id="16" creationId="{2D4D766C-2903-A449-D7B4-11C21FE20FC7}"/>
          </ac:cxnSpMkLst>
        </pc:cxnChg>
        <pc:cxnChg chg="add mod">
          <ac:chgData name="Sara Tanovic" userId="f353ab82-bd92-4c89-8251-9c3370876dd6" providerId="ADAL" clId="{A198CD69-D5D8-56AF-90B6-93679EEDCE1D}" dt="2026-03-16T16:56:05.673" v="652" actId="208"/>
          <ac:cxnSpMkLst>
            <pc:docMk/>
            <pc:sldMk cId="3296454234" sldId="261"/>
            <ac:cxnSpMk id="19" creationId="{185CFB86-C8FD-5EC0-4805-800735ACE35F}"/>
          </ac:cxnSpMkLst>
        </pc:cxnChg>
        <pc:cxnChg chg="add mod">
          <ac:chgData name="Sara Tanovic" userId="f353ab82-bd92-4c89-8251-9c3370876dd6" providerId="ADAL" clId="{A198CD69-D5D8-56AF-90B6-93679EEDCE1D}" dt="2026-03-16T16:55:47.707" v="643" actId="14100"/>
          <ac:cxnSpMkLst>
            <pc:docMk/>
            <pc:sldMk cId="3296454234" sldId="261"/>
            <ac:cxnSpMk id="22" creationId="{2EEA3011-73AB-5D69-71DE-AD322DE3424E}"/>
          </ac:cxnSpMkLst>
        </pc:cxnChg>
        <pc:cxnChg chg="add mod">
          <ac:chgData name="Sara Tanovic" userId="f353ab82-bd92-4c89-8251-9c3370876dd6" providerId="ADAL" clId="{A198CD69-D5D8-56AF-90B6-93679EEDCE1D}" dt="2026-03-16T16:56:05.673" v="652" actId="208"/>
          <ac:cxnSpMkLst>
            <pc:docMk/>
            <pc:sldMk cId="3296454234" sldId="261"/>
            <ac:cxnSpMk id="25" creationId="{EA3FF6CC-663B-C0DB-3AB8-860692A405E1}"/>
          </ac:cxnSpMkLst>
        </pc:cxnChg>
        <pc:cxnChg chg="add">
          <ac:chgData name="Sara Tanovic" userId="f353ab82-bd92-4c89-8251-9c3370876dd6" providerId="ADAL" clId="{A198CD69-D5D8-56AF-90B6-93679EEDCE1D}" dt="2026-03-16T16:56:02.478" v="651" actId="11529"/>
          <ac:cxnSpMkLst>
            <pc:docMk/>
            <pc:sldMk cId="3296454234" sldId="261"/>
            <ac:cxnSpMk id="32" creationId="{8746CED4-2507-148E-6226-F87D513A3420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5:35.505" v="1821" actId="2696"/>
        <pc:sldMkLst>
          <pc:docMk/>
          <pc:sldMk cId="186544557" sldId="262"/>
        </pc:sldMkLst>
      </pc:sldChg>
      <pc:sldChg chg="addSp delSp modSp mod">
        <pc:chgData name="Sara Tanovic" userId="f353ab82-bd92-4c89-8251-9c3370876dd6" providerId="ADAL" clId="{A198CD69-D5D8-56AF-90B6-93679EEDCE1D}" dt="2026-03-16T16:58:57.958" v="738" actId="208"/>
        <pc:sldMkLst>
          <pc:docMk/>
          <pc:sldMk cId="3341993024" sldId="263"/>
        </pc:sldMkLst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3" creationId="{8A410F6D-F904-01E4-23F0-8F20342BFE9D}"/>
          </ac:picMkLst>
        </pc:picChg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4" creationId="{4B083AF6-68AA-414D-99DB-15B5CCFEAD5D}"/>
          </ac:picMkLst>
        </pc:picChg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5" creationId="{1F949C78-27BE-5FF6-3A00-4BD4DBE74AE8}"/>
          </ac:picMkLst>
        </pc:picChg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6" creationId="{F119E744-3EA0-A139-9725-35F9D18A0794}"/>
          </ac:picMkLst>
        </pc:picChg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7" creationId="{5BB52AAE-A0EC-F83C-055B-06E59B9A5A89}"/>
          </ac:picMkLst>
        </pc:picChg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8" creationId="{DCF8F8FB-00AE-661E-2379-F3ECE6D5CD04}"/>
          </ac:picMkLst>
        </pc:picChg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9" creationId="{BE64AE73-CD6D-E412-F6EC-78C32CA10B4B}"/>
          </ac:picMkLst>
        </pc:picChg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10" creationId="{427C72E7-6612-0A02-F08A-275844FBFD93}"/>
          </ac:picMkLst>
        </pc:picChg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11" creationId="{07A6A026-B7B6-FD7B-C17D-8D7817EEC0CF}"/>
          </ac:picMkLst>
        </pc:picChg>
        <pc:picChg chg="add mod">
          <ac:chgData name="Sara Tanovic" userId="f353ab82-bd92-4c89-8251-9c3370876dd6" providerId="ADAL" clId="{A198CD69-D5D8-56AF-90B6-93679EEDCE1D}" dt="2026-03-16T16:58:57.958" v="738" actId="208"/>
          <ac:picMkLst>
            <pc:docMk/>
            <pc:sldMk cId="3341993024" sldId="263"/>
            <ac:picMk id="12" creationId="{C1854D22-3B85-7A99-860C-C21D1CA21612}"/>
          </ac:picMkLst>
        </pc:picChg>
        <pc:cxnChg chg="add">
          <ac:chgData name="Sara Tanovic" userId="f353ab82-bd92-4c89-8251-9c3370876dd6" providerId="ADAL" clId="{A198CD69-D5D8-56AF-90B6-93679EEDCE1D}" dt="2026-03-16T16:58:00.501" v="708" actId="11529"/>
          <ac:cxnSpMkLst>
            <pc:docMk/>
            <pc:sldMk cId="3341993024" sldId="263"/>
            <ac:cxnSpMk id="14" creationId="{EB21956E-CDFE-16BC-435F-A6332E3D01D4}"/>
          </ac:cxnSpMkLst>
        </pc:cxnChg>
        <pc:cxnChg chg="add mod">
          <ac:chgData name="Sara Tanovic" userId="f353ab82-bd92-4c89-8251-9c3370876dd6" providerId="ADAL" clId="{A198CD69-D5D8-56AF-90B6-93679EEDCE1D}" dt="2026-03-16T16:58:05.074" v="711" actId="14100"/>
          <ac:cxnSpMkLst>
            <pc:docMk/>
            <pc:sldMk cId="3341993024" sldId="263"/>
            <ac:cxnSpMk id="15" creationId="{E89BD022-5FCE-BB60-37D0-8C5B1969B2D9}"/>
          </ac:cxnSpMkLst>
        </pc:cxnChg>
        <pc:cxnChg chg="add mod">
          <ac:chgData name="Sara Tanovic" userId="f353ab82-bd92-4c89-8251-9c3370876dd6" providerId="ADAL" clId="{A198CD69-D5D8-56AF-90B6-93679EEDCE1D}" dt="2026-03-16T16:58:09.291" v="714" actId="14100"/>
          <ac:cxnSpMkLst>
            <pc:docMk/>
            <pc:sldMk cId="3341993024" sldId="263"/>
            <ac:cxnSpMk id="18" creationId="{DA8D08D5-E9FB-AFD2-C3F1-1360D51B58B9}"/>
          </ac:cxnSpMkLst>
        </pc:cxnChg>
        <pc:cxnChg chg="add mod">
          <ac:chgData name="Sara Tanovic" userId="f353ab82-bd92-4c89-8251-9c3370876dd6" providerId="ADAL" clId="{A198CD69-D5D8-56AF-90B6-93679EEDCE1D}" dt="2026-03-16T16:58:12.741" v="717" actId="14100"/>
          <ac:cxnSpMkLst>
            <pc:docMk/>
            <pc:sldMk cId="3341993024" sldId="263"/>
            <ac:cxnSpMk id="21" creationId="{81DDDB54-3695-6C20-589F-38F8EC2FCE36}"/>
          </ac:cxnSpMkLst>
        </pc:cxnChg>
        <pc:cxnChg chg="add">
          <ac:chgData name="Sara Tanovic" userId="f353ab82-bd92-4c89-8251-9c3370876dd6" providerId="ADAL" clId="{A198CD69-D5D8-56AF-90B6-93679EEDCE1D}" dt="2026-03-16T16:58:23.096" v="722" actId="11529"/>
          <ac:cxnSpMkLst>
            <pc:docMk/>
            <pc:sldMk cId="3341993024" sldId="263"/>
            <ac:cxnSpMk id="28" creationId="{0C4F1D65-3BC6-BA0C-C8C4-6300AAF917E0}"/>
          </ac:cxnSpMkLst>
        </pc:cxnChg>
        <pc:cxnChg chg="add mod">
          <ac:chgData name="Sara Tanovic" userId="f353ab82-bd92-4c89-8251-9c3370876dd6" providerId="ADAL" clId="{A198CD69-D5D8-56AF-90B6-93679EEDCE1D}" dt="2026-03-16T16:58:36.026" v="729" actId="1076"/>
          <ac:cxnSpMkLst>
            <pc:docMk/>
            <pc:sldMk cId="3341993024" sldId="263"/>
            <ac:cxnSpMk id="32" creationId="{360BE8FA-CA9E-173C-01D1-022F438CB9D5}"/>
          </ac:cxnSpMkLst>
        </pc:cxnChg>
        <pc:cxnChg chg="add mod">
          <ac:chgData name="Sara Tanovic" userId="f353ab82-bd92-4c89-8251-9c3370876dd6" providerId="ADAL" clId="{A198CD69-D5D8-56AF-90B6-93679EEDCE1D}" dt="2026-03-16T16:58:44.708" v="734" actId="14100"/>
          <ac:cxnSpMkLst>
            <pc:docMk/>
            <pc:sldMk cId="3341993024" sldId="263"/>
            <ac:cxnSpMk id="34" creationId="{A3F91662-55E4-2BB3-EF0D-6DDED0B470A2}"/>
          </ac:cxnSpMkLst>
        </pc:cxnChg>
        <pc:cxnChg chg="add mod">
          <ac:chgData name="Sara Tanovic" userId="f353ab82-bd92-4c89-8251-9c3370876dd6" providerId="ADAL" clId="{A198CD69-D5D8-56AF-90B6-93679EEDCE1D}" dt="2026-03-16T16:58:49.609" v="737" actId="14100"/>
          <ac:cxnSpMkLst>
            <pc:docMk/>
            <pc:sldMk cId="3341993024" sldId="263"/>
            <ac:cxnSpMk id="37" creationId="{EB775E8A-F68A-4FFF-D7CE-43D813BEA168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5:35.505" v="1821" actId="2696"/>
        <pc:sldMkLst>
          <pc:docMk/>
          <pc:sldMk cId="524900861" sldId="264"/>
        </pc:sldMkLst>
      </pc:sldChg>
      <pc:sldChg chg="addSp delSp modSp mod">
        <pc:chgData name="Sara Tanovic" userId="f353ab82-bd92-4c89-8251-9c3370876dd6" providerId="ADAL" clId="{A198CD69-D5D8-56AF-90B6-93679EEDCE1D}" dt="2026-03-16T17:01:47.004" v="802" actId="1035"/>
        <pc:sldMkLst>
          <pc:docMk/>
          <pc:sldMk cId="1517137712" sldId="265"/>
        </pc:sldMkLst>
        <pc:picChg chg="add mod">
          <ac:chgData name="Sara Tanovic" userId="f353ab82-bd92-4c89-8251-9c3370876dd6" providerId="ADAL" clId="{A198CD69-D5D8-56AF-90B6-93679EEDCE1D}" dt="2026-03-16T17:01:39.584" v="791" actId="208"/>
          <ac:picMkLst>
            <pc:docMk/>
            <pc:sldMk cId="1517137712" sldId="265"/>
            <ac:picMk id="3" creationId="{AC880B50-0D0A-00E8-505B-64CF2AC9CF7C}"/>
          </ac:picMkLst>
        </pc:picChg>
        <pc:picChg chg="add mod">
          <ac:chgData name="Sara Tanovic" userId="f353ab82-bd92-4c89-8251-9c3370876dd6" providerId="ADAL" clId="{A198CD69-D5D8-56AF-90B6-93679EEDCE1D}" dt="2026-03-16T17:01:39.584" v="791" actId="208"/>
          <ac:picMkLst>
            <pc:docMk/>
            <pc:sldMk cId="1517137712" sldId="265"/>
            <ac:picMk id="4" creationId="{3F5E76F8-FF59-772F-95FA-FFA5FB44D0CB}"/>
          </ac:picMkLst>
        </pc:picChg>
        <pc:picChg chg="add mod">
          <ac:chgData name="Sara Tanovic" userId="f353ab82-bd92-4c89-8251-9c3370876dd6" providerId="ADAL" clId="{A198CD69-D5D8-56AF-90B6-93679EEDCE1D}" dt="2026-03-16T17:01:39.584" v="791" actId="208"/>
          <ac:picMkLst>
            <pc:docMk/>
            <pc:sldMk cId="1517137712" sldId="265"/>
            <ac:picMk id="5" creationId="{9A0D972B-495F-0EFE-96BF-92BA88C5FCFE}"/>
          </ac:picMkLst>
        </pc:picChg>
        <pc:picChg chg="add mod">
          <ac:chgData name="Sara Tanovic" userId="f353ab82-bd92-4c89-8251-9c3370876dd6" providerId="ADAL" clId="{A198CD69-D5D8-56AF-90B6-93679EEDCE1D}" dt="2026-03-16T17:01:39.584" v="791" actId="208"/>
          <ac:picMkLst>
            <pc:docMk/>
            <pc:sldMk cId="1517137712" sldId="265"/>
            <ac:picMk id="6" creationId="{47DB8DCB-E6D4-7DF2-D31E-9EAB4A86DA14}"/>
          </ac:picMkLst>
        </pc:picChg>
        <pc:picChg chg="add mod">
          <ac:chgData name="Sara Tanovic" userId="f353ab82-bd92-4c89-8251-9c3370876dd6" providerId="ADAL" clId="{A198CD69-D5D8-56AF-90B6-93679EEDCE1D}" dt="2026-03-16T17:01:39.584" v="791" actId="208"/>
          <ac:picMkLst>
            <pc:docMk/>
            <pc:sldMk cId="1517137712" sldId="265"/>
            <ac:picMk id="7" creationId="{1788A03D-61A8-EAE8-2016-B119DEB1F9B0}"/>
          </ac:picMkLst>
        </pc:picChg>
        <pc:picChg chg="add mod">
          <ac:chgData name="Sara Tanovic" userId="f353ab82-bd92-4c89-8251-9c3370876dd6" providerId="ADAL" clId="{A198CD69-D5D8-56AF-90B6-93679EEDCE1D}" dt="2026-03-16T17:01:39.584" v="791" actId="208"/>
          <ac:picMkLst>
            <pc:docMk/>
            <pc:sldMk cId="1517137712" sldId="265"/>
            <ac:picMk id="8" creationId="{6DDB0D2C-C776-D23E-AFEB-5137B2E88847}"/>
          </ac:picMkLst>
        </pc:picChg>
        <pc:picChg chg="add mod">
          <ac:chgData name="Sara Tanovic" userId="f353ab82-bd92-4c89-8251-9c3370876dd6" providerId="ADAL" clId="{A198CD69-D5D8-56AF-90B6-93679EEDCE1D}" dt="2026-03-16T17:01:39.584" v="791" actId="208"/>
          <ac:picMkLst>
            <pc:docMk/>
            <pc:sldMk cId="1517137712" sldId="265"/>
            <ac:picMk id="9" creationId="{6F78307F-6548-07C9-C5D7-00D278FFD3D2}"/>
          </ac:picMkLst>
        </pc:picChg>
        <pc:picChg chg="add mod">
          <ac:chgData name="Sara Tanovic" userId="f353ab82-bd92-4c89-8251-9c3370876dd6" providerId="ADAL" clId="{A198CD69-D5D8-56AF-90B6-93679EEDCE1D}" dt="2026-03-16T17:01:47.004" v="802" actId="1035"/>
          <ac:picMkLst>
            <pc:docMk/>
            <pc:sldMk cId="1517137712" sldId="265"/>
            <ac:picMk id="10" creationId="{9967C07C-9A65-31A8-5737-8225F44143E6}"/>
          </ac:picMkLst>
        </pc:picChg>
        <pc:picChg chg="add mod">
          <ac:chgData name="Sara Tanovic" userId="f353ab82-bd92-4c89-8251-9c3370876dd6" providerId="ADAL" clId="{A198CD69-D5D8-56AF-90B6-93679EEDCE1D}" dt="2026-03-16T17:01:39.584" v="791" actId="208"/>
          <ac:picMkLst>
            <pc:docMk/>
            <pc:sldMk cId="1517137712" sldId="265"/>
            <ac:picMk id="11" creationId="{40C2B2C9-5A9F-3526-EC1E-5E2A696BFB30}"/>
          </ac:picMkLst>
        </pc:picChg>
        <pc:cxnChg chg="add">
          <ac:chgData name="Sara Tanovic" userId="f353ab82-bd92-4c89-8251-9c3370876dd6" providerId="ADAL" clId="{A198CD69-D5D8-56AF-90B6-93679EEDCE1D}" dt="2026-03-16T17:00:30.132" v="766" actId="11529"/>
          <ac:cxnSpMkLst>
            <pc:docMk/>
            <pc:sldMk cId="1517137712" sldId="265"/>
            <ac:cxnSpMk id="13" creationId="{7CFC7032-1099-592C-3FE4-6A0FF3D698E4}"/>
          </ac:cxnSpMkLst>
        </pc:cxnChg>
        <pc:cxnChg chg="add mod">
          <ac:chgData name="Sara Tanovic" userId="f353ab82-bd92-4c89-8251-9c3370876dd6" providerId="ADAL" clId="{A198CD69-D5D8-56AF-90B6-93679EEDCE1D}" dt="2026-03-16T17:01:39.584" v="791" actId="208"/>
          <ac:cxnSpMkLst>
            <pc:docMk/>
            <pc:sldMk cId="1517137712" sldId="265"/>
            <ac:cxnSpMk id="14" creationId="{2E2E95DA-F94E-9CDA-15A1-AD05A48E5747}"/>
          </ac:cxnSpMkLst>
        </pc:cxnChg>
        <pc:cxnChg chg="add mod">
          <ac:chgData name="Sara Tanovic" userId="f353ab82-bd92-4c89-8251-9c3370876dd6" providerId="ADAL" clId="{A198CD69-D5D8-56AF-90B6-93679EEDCE1D}" dt="2026-03-16T17:00:48.249" v="774" actId="14100"/>
          <ac:cxnSpMkLst>
            <pc:docMk/>
            <pc:sldMk cId="1517137712" sldId="265"/>
            <ac:cxnSpMk id="17" creationId="{24A089E4-3FCB-71D1-1D60-A196AC6444F5}"/>
          </ac:cxnSpMkLst>
        </pc:cxnChg>
        <pc:cxnChg chg="add mod">
          <ac:chgData name="Sara Tanovic" userId="f353ab82-bd92-4c89-8251-9c3370876dd6" providerId="ADAL" clId="{A198CD69-D5D8-56AF-90B6-93679EEDCE1D}" dt="2026-03-16T17:00:53.699" v="777" actId="14100"/>
          <ac:cxnSpMkLst>
            <pc:docMk/>
            <pc:sldMk cId="1517137712" sldId="265"/>
            <ac:cxnSpMk id="22" creationId="{970FA94A-A43A-22B4-D82D-2E8B6D7F0960}"/>
          </ac:cxnSpMkLst>
        </pc:cxnChg>
        <pc:cxnChg chg="add mod">
          <ac:chgData name="Sara Tanovic" userId="f353ab82-bd92-4c89-8251-9c3370876dd6" providerId="ADAL" clId="{A198CD69-D5D8-56AF-90B6-93679EEDCE1D}" dt="2026-03-16T17:01:47.004" v="802" actId="1035"/>
          <ac:cxnSpMkLst>
            <pc:docMk/>
            <pc:sldMk cId="1517137712" sldId="265"/>
            <ac:cxnSpMk id="25" creationId="{CDF008C5-48F7-C0CC-36D2-62EB61F6C4AE}"/>
          </ac:cxnSpMkLst>
        </pc:cxnChg>
        <pc:cxnChg chg="add">
          <ac:chgData name="Sara Tanovic" userId="f353ab82-bd92-4c89-8251-9c3370876dd6" providerId="ADAL" clId="{A198CD69-D5D8-56AF-90B6-93679EEDCE1D}" dt="2026-03-16T17:01:12.700" v="782" actId="11529"/>
          <ac:cxnSpMkLst>
            <pc:docMk/>
            <pc:sldMk cId="1517137712" sldId="265"/>
            <ac:cxnSpMk id="30" creationId="{AB6D1FF3-6E8E-EB91-28BD-3DA7C01618CB}"/>
          </ac:cxnSpMkLst>
        </pc:cxnChg>
        <pc:cxnChg chg="add mod">
          <ac:chgData name="Sara Tanovic" userId="f353ab82-bd92-4c89-8251-9c3370876dd6" providerId="ADAL" clId="{A198CD69-D5D8-56AF-90B6-93679EEDCE1D}" dt="2026-03-16T17:01:31.298" v="788" actId="14100"/>
          <ac:cxnSpMkLst>
            <pc:docMk/>
            <pc:sldMk cId="1517137712" sldId="265"/>
            <ac:cxnSpMk id="32" creationId="{3818CE3E-E14D-73E7-9371-C7FA6EABAC90}"/>
          </ac:cxnSpMkLst>
        </pc:cxnChg>
        <pc:cxnChg chg="add mod">
          <ac:chgData name="Sara Tanovic" userId="f353ab82-bd92-4c89-8251-9c3370876dd6" providerId="ADAL" clId="{A198CD69-D5D8-56AF-90B6-93679EEDCE1D}" dt="2026-03-16T17:01:36.501" v="790" actId="1076"/>
          <ac:cxnSpMkLst>
            <pc:docMk/>
            <pc:sldMk cId="1517137712" sldId="265"/>
            <ac:cxnSpMk id="35" creationId="{822FA9E2-1419-BCBF-1301-5038A73EEE4E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5:35.505" v="1821" actId="2696"/>
        <pc:sldMkLst>
          <pc:docMk/>
          <pc:sldMk cId="2639138243" sldId="266"/>
        </pc:sldMkLst>
      </pc:sldChg>
      <pc:sldChg chg="addSp modSp mod">
        <pc:chgData name="Sara Tanovic" userId="f353ab82-bd92-4c89-8251-9c3370876dd6" providerId="ADAL" clId="{A198CD69-D5D8-56AF-90B6-93679EEDCE1D}" dt="2026-03-16T17:28:26.165" v="1244" actId="208"/>
        <pc:sldMkLst>
          <pc:docMk/>
          <pc:sldMk cId="474658006" sldId="267"/>
        </pc:sldMkLst>
        <pc:picChg chg="add mod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3" creationId="{FACE005D-6286-72D0-8904-4F845D250097}"/>
          </ac:picMkLst>
        </pc:picChg>
        <pc:picChg chg="add mod">
          <ac:chgData name="Sara Tanovic" userId="f353ab82-bd92-4c89-8251-9c3370876dd6" providerId="ADAL" clId="{A198CD69-D5D8-56AF-90B6-93679EEDCE1D}" dt="2026-03-16T17:25:50.523" v="1171" actId="553"/>
          <ac:picMkLst>
            <pc:docMk/>
            <pc:sldMk cId="474658006" sldId="267"/>
            <ac:picMk id="4" creationId="{9A0EB018-93EE-3FF9-A5BB-4E254ED2D357}"/>
          </ac:picMkLst>
        </pc:picChg>
        <pc:picChg chg="add mod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6" creationId="{0891ECF2-63A7-F2A0-CEDC-2C4EFF3364D1}"/>
          </ac:picMkLst>
        </pc:picChg>
        <pc:picChg chg="add mod">
          <ac:chgData name="Sara Tanovic" userId="f353ab82-bd92-4c89-8251-9c3370876dd6" providerId="ADAL" clId="{A198CD69-D5D8-56AF-90B6-93679EEDCE1D}" dt="2026-03-16T17:25:53.132" v="1172" actId="553"/>
          <ac:picMkLst>
            <pc:docMk/>
            <pc:sldMk cId="474658006" sldId="267"/>
            <ac:picMk id="9" creationId="{E4E9E85D-1835-7160-F58A-10C0FBFDBC27}"/>
          </ac:picMkLst>
        </pc:picChg>
        <pc:picChg chg="add mod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11" creationId="{68750EFA-82C9-0F88-2EC4-F892089485BC}"/>
          </ac:picMkLst>
        </pc:picChg>
        <pc:picChg chg="add mod">
          <ac:chgData name="Sara Tanovic" userId="f353ab82-bd92-4c89-8251-9c3370876dd6" providerId="ADAL" clId="{A198CD69-D5D8-56AF-90B6-93679EEDCE1D}" dt="2026-03-16T17:22:51.892" v="1119" actId="1076"/>
          <ac:picMkLst>
            <pc:docMk/>
            <pc:sldMk cId="474658006" sldId="267"/>
            <ac:picMk id="12" creationId="{1165DB85-79D8-E18B-F515-D15E4EF49910}"/>
          </ac:picMkLst>
        </pc:picChg>
        <pc:picChg chg="add mod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13" creationId="{2970193F-0778-D288-C9FE-91122D1F223F}"/>
          </ac:picMkLst>
        </pc:picChg>
        <pc:picChg chg="add mod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14" creationId="{995921C2-F8CB-B174-0E08-68C7C0626C75}"/>
          </ac:picMkLst>
        </pc:picChg>
        <pc:picChg chg="add mod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16" creationId="{62632151-1CD1-E7BE-7AE6-3A05F0983003}"/>
          </ac:picMkLst>
        </pc:picChg>
        <pc:picChg chg="add mod modCrop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18" creationId="{31FA8A9D-918D-B2CF-3893-CCE00A34D7F2}"/>
          </ac:picMkLst>
        </pc:picChg>
        <pc:picChg chg="add mod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19" creationId="{EF107A20-D947-D436-E124-3E856944F54B}"/>
          </ac:picMkLst>
        </pc:picChg>
        <pc:picChg chg="add mod">
          <ac:chgData name="Sara Tanovic" userId="f353ab82-bd92-4c89-8251-9c3370876dd6" providerId="ADAL" clId="{A198CD69-D5D8-56AF-90B6-93679EEDCE1D}" dt="2026-03-16T17:26:20.791" v="1179" actId="555"/>
          <ac:picMkLst>
            <pc:docMk/>
            <pc:sldMk cId="474658006" sldId="267"/>
            <ac:picMk id="20" creationId="{52FA8ADC-A592-1B64-DD43-6F736FFF0735}"/>
          </ac:picMkLst>
        </pc:picChg>
        <pc:picChg chg="add mod">
          <ac:chgData name="Sara Tanovic" userId="f353ab82-bd92-4c89-8251-9c3370876dd6" providerId="ADAL" clId="{A198CD69-D5D8-56AF-90B6-93679EEDCE1D}" dt="2026-03-16T17:26:25.027" v="1187" actId="1036"/>
          <ac:picMkLst>
            <pc:docMk/>
            <pc:sldMk cId="474658006" sldId="267"/>
            <ac:picMk id="21" creationId="{D7D46C0A-45F2-650A-4758-CD0DA2265574}"/>
          </ac:picMkLst>
        </pc:picChg>
        <pc:picChg chg="add mod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22" creationId="{A8D1B6C7-193B-C242-A263-6658D3D0ABDB}"/>
          </ac:picMkLst>
        </pc:picChg>
        <pc:picChg chg="add mod">
          <ac:chgData name="Sara Tanovic" userId="f353ab82-bd92-4c89-8251-9c3370876dd6" providerId="ADAL" clId="{A198CD69-D5D8-56AF-90B6-93679EEDCE1D}" dt="2026-03-16T17:28:26.165" v="1244" actId="208"/>
          <ac:picMkLst>
            <pc:docMk/>
            <pc:sldMk cId="474658006" sldId="267"/>
            <ac:picMk id="23" creationId="{8773AA65-DA25-1800-0F69-C0928FDBBB6B}"/>
          </ac:picMkLst>
        </pc:picChg>
        <pc:picChg chg="add mod">
          <ac:chgData name="Sara Tanovic" userId="f353ab82-bd92-4c89-8251-9c3370876dd6" providerId="ADAL" clId="{A198CD69-D5D8-56AF-90B6-93679EEDCE1D}" dt="2026-03-16T17:26:20.791" v="1179" actId="555"/>
          <ac:picMkLst>
            <pc:docMk/>
            <pc:sldMk cId="474658006" sldId="267"/>
            <ac:picMk id="24" creationId="{09307CF7-A9B3-57CA-9090-3654924F8B79}"/>
          </ac:picMkLst>
        </pc:picChg>
        <pc:picChg chg="add mod">
          <ac:chgData name="Sara Tanovic" userId="f353ab82-bd92-4c89-8251-9c3370876dd6" providerId="ADAL" clId="{A198CD69-D5D8-56AF-90B6-93679EEDCE1D}" dt="2026-03-16T17:26:28.513" v="1189" actId="1076"/>
          <ac:picMkLst>
            <pc:docMk/>
            <pc:sldMk cId="474658006" sldId="267"/>
            <ac:picMk id="25" creationId="{184458C4-D3D9-B688-186B-C98AFF96E505}"/>
          </ac:picMkLst>
        </pc:picChg>
        <pc:cxnChg chg="add mod">
          <ac:chgData name="Sara Tanovic" userId="f353ab82-bd92-4c89-8251-9c3370876dd6" providerId="ADAL" clId="{A198CD69-D5D8-56AF-90B6-93679EEDCE1D}" dt="2026-03-16T17:25:50.523" v="1171" actId="553"/>
          <ac:cxnSpMkLst>
            <pc:docMk/>
            <pc:sldMk cId="474658006" sldId="267"/>
            <ac:cxnSpMk id="27" creationId="{D02299D2-FE52-61FA-FCA3-D4259A4F0898}"/>
          </ac:cxnSpMkLst>
        </pc:cxnChg>
        <pc:cxnChg chg="add mod">
          <ac:chgData name="Sara Tanovic" userId="f353ab82-bd92-4c89-8251-9c3370876dd6" providerId="ADAL" clId="{A198CD69-D5D8-56AF-90B6-93679EEDCE1D}" dt="2026-03-16T17:26:37.928" v="1192" actId="14100"/>
          <ac:cxnSpMkLst>
            <pc:docMk/>
            <pc:sldMk cId="474658006" sldId="267"/>
            <ac:cxnSpMk id="28" creationId="{550B4665-A4CE-A93D-52B9-6FA089B6FDCC}"/>
          </ac:cxnSpMkLst>
        </pc:cxnChg>
        <pc:cxnChg chg="add mod">
          <ac:chgData name="Sara Tanovic" userId="f353ab82-bd92-4c89-8251-9c3370876dd6" providerId="ADAL" clId="{A198CD69-D5D8-56AF-90B6-93679EEDCE1D}" dt="2026-03-16T17:26:41.594" v="1195" actId="14100"/>
          <ac:cxnSpMkLst>
            <pc:docMk/>
            <pc:sldMk cId="474658006" sldId="267"/>
            <ac:cxnSpMk id="31" creationId="{8B5D8C87-4306-26C4-8D0B-6A49087E6E12}"/>
          </ac:cxnSpMkLst>
        </pc:cxnChg>
        <pc:cxnChg chg="add mod">
          <ac:chgData name="Sara Tanovic" userId="f353ab82-bd92-4c89-8251-9c3370876dd6" providerId="ADAL" clId="{A198CD69-D5D8-56AF-90B6-93679EEDCE1D}" dt="2026-03-16T17:26:46.928" v="1198" actId="14100"/>
          <ac:cxnSpMkLst>
            <pc:docMk/>
            <pc:sldMk cId="474658006" sldId="267"/>
            <ac:cxnSpMk id="34" creationId="{79CC762E-C831-0897-751E-FEE859D8589C}"/>
          </ac:cxnSpMkLst>
        </pc:cxnChg>
        <pc:cxnChg chg="add mod">
          <ac:chgData name="Sara Tanovic" userId="f353ab82-bd92-4c89-8251-9c3370876dd6" providerId="ADAL" clId="{A198CD69-D5D8-56AF-90B6-93679EEDCE1D}" dt="2026-03-16T17:26:54.394" v="1201" actId="14100"/>
          <ac:cxnSpMkLst>
            <pc:docMk/>
            <pc:sldMk cId="474658006" sldId="267"/>
            <ac:cxnSpMk id="37" creationId="{7BE571D2-907C-CB2D-497D-A15D29D6AA16}"/>
          </ac:cxnSpMkLst>
        </pc:cxnChg>
        <pc:cxnChg chg="add mod">
          <ac:chgData name="Sara Tanovic" userId="f353ab82-bd92-4c89-8251-9c3370876dd6" providerId="ADAL" clId="{A198CD69-D5D8-56AF-90B6-93679EEDCE1D}" dt="2026-03-16T17:26:58.795" v="1204" actId="14100"/>
          <ac:cxnSpMkLst>
            <pc:docMk/>
            <pc:sldMk cId="474658006" sldId="267"/>
            <ac:cxnSpMk id="40" creationId="{9B65D68B-AD4E-A554-86C2-D93CB8A7E833}"/>
          </ac:cxnSpMkLst>
        </pc:cxnChg>
        <pc:cxnChg chg="add mod">
          <ac:chgData name="Sara Tanovic" userId="f353ab82-bd92-4c89-8251-9c3370876dd6" providerId="ADAL" clId="{A198CD69-D5D8-56AF-90B6-93679EEDCE1D}" dt="2026-03-16T17:27:03.378" v="1207" actId="14100"/>
          <ac:cxnSpMkLst>
            <pc:docMk/>
            <pc:sldMk cId="474658006" sldId="267"/>
            <ac:cxnSpMk id="43" creationId="{E4407AA9-8085-ABE5-E7A0-8D2BA79B5CB5}"/>
          </ac:cxnSpMkLst>
        </pc:cxnChg>
        <pc:cxnChg chg="add">
          <ac:chgData name="Sara Tanovic" userId="f353ab82-bd92-4c89-8251-9c3370876dd6" providerId="ADAL" clId="{A198CD69-D5D8-56AF-90B6-93679EEDCE1D}" dt="2026-03-16T17:27:12.101" v="1208" actId="11529"/>
          <ac:cxnSpMkLst>
            <pc:docMk/>
            <pc:sldMk cId="474658006" sldId="267"/>
            <ac:cxnSpMk id="47" creationId="{90BDEAE1-2742-31EA-F0E8-8029F96B9959}"/>
          </ac:cxnSpMkLst>
        </pc:cxnChg>
        <pc:cxnChg chg="add mod">
          <ac:chgData name="Sara Tanovic" userId="f353ab82-bd92-4c89-8251-9c3370876dd6" providerId="ADAL" clId="{A198CD69-D5D8-56AF-90B6-93679EEDCE1D}" dt="2026-03-16T17:27:18.194" v="1211" actId="1036"/>
          <ac:cxnSpMkLst>
            <pc:docMk/>
            <pc:sldMk cId="474658006" sldId="267"/>
            <ac:cxnSpMk id="48" creationId="{E37E3463-6768-F916-DEE8-525F358268E7}"/>
          </ac:cxnSpMkLst>
        </pc:cxnChg>
        <pc:cxnChg chg="add mod">
          <ac:chgData name="Sara Tanovic" userId="f353ab82-bd92-4c89-8251-9c3370876dd6" providerId="ADAL" clId="{A198CD69-D5D8-56AF-90B6-93679EEDCE1D}" dt="2026-03-16T17:27:25.687" v="1218" actId="1037"/>
          <ac:cxnSpMkLst>
            <pc:docMk/>
            <pc:sldMk cId="474658006" sldId="267"/>
            <ac:cxnSpMk id="49" creationId="{F61CEAD8-1492-3AD2-8B03-2749EC8D72AE}"/>
          </ac:cxnSpMkLst>
        </pc:cxnChg>
        <pc:cxnChg chg="add mod">
          <ac:chgData name="Sara Tanovic" userId="f353ab82-bd92-4c89-8251-9c3370876dd6" providerId="ADAL" clId="{A198CD69-D5D8-56AF-90B6-93679EEDCE1D}" dt="2026-03-16T17:27:33.048" v="1222" actId="1037"/>
          <ac:cxnSpMkLst>
            <pc:docMk/>
            <pc:sldMk cId="474658006" sldId="267"/>
            <ac:cxnSpMk id="50" creationId="{51E38826-1D9A-7B47-D54C-E367109749E6}"/>
          </ac:cxnSpMkLst>
        </pc:cxnChg>
        <pc:cxnChg chg="add mod">
          <ac:chgData name="Sara Tanovic" userId="f353ab82-bd92-4c89-8251-9c3370876dd6" providerId="ADAL" clId="{A198CD69-D5D8-56AF-90B6-93679EEDCE1D}" dt="2026-03-16T17:27:53.179" v="1230" actId="14100"/>
          <ac:cxnSpMkLst>
            <pc:docMk/>
            <pc:sldMk cId="474658006" sldId="267"/>
            <ac:cxnSpMk id="51" creationId="{ADCC9158-7650-86EE-B1C9-4A6A1212CBA5}"/>
          </ac:cxnSpMkLst>
        </pc:cxnChg>
        <pc:cxnChg chg="add mod">
          <ac:chgData name="Sara Tanovic" userId="f353ab82-bd92-4c89-8251-9c3370876dd6" providerId="ADAL" clId="{A198CD69-D5D8-56AF-90B6-93679EEDCE1D}" dt="2026-03-16T17:28:00.061" v="1232" actId="1076"/>
          <ac:cxnSpMkLst>
            <pc:docMk/>
            <pc:sldMk cId="474658006" sldId="267"/>
            <ac:cxnSpMk id="55" creationId="{C835789B-3A42-78C8-4C3A-92DE506B7D20}"/>
          </ac:cxnSpMkLst>
        </pc:cxnChg>
        <pc:cxnChg chg="add mod">
          <ac:chgData name="Sara Tanovic" userId="f353ab82-bd92-4c89-8251-9c3370876dd6" providerId="ADAL" clId="{A198CD69-D5D8-56AF-90B6-93679EEDCE1D}" dt="2026-03-16T17:28:07.043" v="1235" actId="1038"/>
          <ac:cxnSpMkLst>
            <pc:docMk/>
            <pc:sldMk cId="474658006" sldId="267"/>
            <ac:cxnSpMk id="56" creationId="{EF6A1136-AEAC-EC4C-8A00-974348E317AA}"/>
          </ac:cxnSpMkLst>
        </pc:cxnChg>
        <pc:cxnChg chg="add mod">
          <ac:chgData name="Sara Tanovic" userId="f353ab82-bd92-4c89-8251-9c3370876dd6" providerId="ADAL" clId="{A198CD69-D5D8-56AF-90B6-93679EEDCE1D}" dt="2026-03-16T17:28:13.287" v="1240" actId="1036"/>
          <ac:cxnSpMkLst>
            <pc:docMk/>
            <pc:sldMk cId="474658006" sldId="267"/>
            <ac:cxnSpMk id="57" creationId="{668A0F57-09D0-263A-4938-8B4C1E236FF9}"/>
          </ac:cxnSpMkLst>
        </pc:cxnChg>
        <pc:cxnChg chg="add mod">
          <ac:chgData name="Sara Tanovic" userId="f353ab82-bd92-4c89-8251-9c3370876dd6" providerId="ADAL" clId="{A198CD69-D5D8-56AF-90B6-93679EEDCE1D}" dt="2026-03-16T17:28:19.902" v="1243" actId="1037"/>
          <ac:cxnSpMkLst>
            <pc:docMk/>
            <pc:sldMk cId="474658006" sldId="267"/>
            <ac:cxnSpMk id="58" creationId="{050A8464-405F-B765-48C2-F44459559750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5:35.505" v="1821" actId="2696"/>
        <pc:sldMkLst>
          <pc:docMk/>
          <pc:sldMk cId="3278464374" sldId="268"/>
        </pc:sldMkLst>
      </pc:sldChg>
      <pc:sldChg chg="addSp delSp modSp mod">
        <pc:chgData name="Sara Tanovic" userId="f353ab82-bd92-4c89-8251-9c3370876dd6" providerId="ADAL" clId="{A198CD69-D5D8-56AF-90B6-93679EEDCE1D}" dt="2026-03-16T17:21:54.327" v="1108" actId="208"/>
        <pc:sldMkLst>
          <pc:docMk/>
          <pc:sldMk cId="3221919468" sldId="269"/>
        </pc:sldMkLst>
        <pc:picChg chg="add mod">
          <ac:chgData name="Sara Tanovic" userId="f353ab82-bd92-4c89-8251-9c3370876dd6" providerId="ADAL" clId="{A198CD69-D5D8-56AF-90B6-93679EEDCE1D}" dt="2026-03-16T17:21:54.327" v="1108" actId="208"/>
          <ac:picMkLst>
            <pc:docMk/>
            <pc:sldMk cId="3221919468" sldId="269"/>
            <ac:picMk id="3" creationId="{58B5141F-4BC6-42C8-2D52-09F6EEAD024B}"/>
          </ac:picMkLst>
        </pc:picChg>
        <pc:picChg chg="add mod">
          <ac:chgData name="Sara Tanovic" userId="f353ab82-bd92-4c89-8251-9c3370876dd6" providerId="ADAL" clId="{A198CD69-D5D8-56AF-90B6-93679EEDCE1D}" dt="2026-03-16T17:21:54.327" v="1108" actId="208"/>
          <ac:picMkLst>
            <pc:docMk/>
            <pc:sldMk cId="3221919468" sldId="269"/>
            <ac:picMk id="4" creationId="{0697878F-39F3-9A0D-44BB-067E4FC1FFE8}"/>
          </ac:picMkLst>
        </pc:picChg>
        <pc:picChg chg="add mod">
          <ac:chgData name="Sara Tanovic" userId="f353ab82-bd92-4c89-8251-9c3370876dd6" providerId="ADAL" clId="{A198CD69-D5D8-56AF-90B6-93679EEDCE1D}" dt="2026-03-16T17:21:54.327" v="1108" actId="208"/>
          <ac:picMkLst>
            <pc:docMk/>
            <pc:sldMk cId="3221919468" sldId="269"/>
            <ac:picMk id="5" creationId="{A2BE72F1-06B1-C548-479B-90D047A5B500}"/>
          </ac:picMkLst>
        </pc:picChg>
        <pc:picChg chg="add mod">
          <ac:chgData name="Sara Tanovic" userId="f353ab82-bd92-4c89-8251-9c3370876dd6" providerId="ADAL" clId="{A198CD69-D5D8-56AF-90B6-93679EEDCE1D}" dt="2026-03-16T17:21:54.327" v="1108" actId="208"/>
          <ac:picMkLst>
            <pc:docMk/>
            <pc:sldMk cId="3221919468" sldId="269"/>
            <ac:picMk id="8" creationId="{B62E27DF-55AF-383F-9E09-C708DF3A0B6C}"/>
          </ac:picMkLst>
        </pc:picChg>
        <pc:picChg chg="add mod">
          <ac:chgData name="Sara Tanovic" userId="f353ab82-bd92-4c89-8251-9c3370876dd6" providerId="ADAL" clId="{A198CD69-D5D8-56AF-90B6-93679EEDCE1D}" dt="2026-03-16T17:21:54.327" v="1108" actId="208"/>
          <ac:picMkLst>
            <pc:docMk/>
            <pc:sldMk cId="3221919468" sldId="269"/>
            <ac:picMk id="10" creationId="{8B8B29AE-A805-5F93-CB2E-3E3A43070AAC}"/>
          </ac:picMkLst>
        </pc:picChg>
        <pc:picChg chg="add mod">
          <ac:chgData name="Sara Tanovic" userId="f353ab82-bd92-4c89-8251-9c3370876dd6" providerId="ADAL" clId="{A198CD69-D5D8-56AF-90B6-93679EEDCE1D}" dt="2026-03-16T17:21:54.327" v="1108" actId="208"/>
          <ac:picMkLst>
            <pc:docMk/>
            <pc:sldMk cId="3221919468" sldId="269"/>
            <ac:picMk id="11" creationId="{8CE020C0-4CA8-0764-253A-C4AB0D5432AD}"/>
          </ac:picMkLst>
        </pc:picChg>
        <pc:picChg chg="add mod">
          <ac:chgData name="Sara Tanovic" userId="f353ab82-bd92-4c89-8251-9c3370876dd6" providerId="ADAL" clId="{A198CD69-D5D8-56AF-90B6-93679EEDCE1D}" dt="2026-03-16T17:21:54.327" v="1108" actId="208"/>
          <ac:picMkLst>
            <pc:docMk/>
            <pc:sldMk cId="3221919468" sldId="269"/>
            <ac:picMk id="12" creationId="{FBB14B1A-0932-3A69-195C-8CE5880F4A02}"/>
          </ac:picMkLst>
        </pc:picChg>
        <pc:picChg chg="add mod">
          <ac:chgData name="Sara Tanovic" userId="f353ab82-bd92-4c89-8251-9c3370876dd6" providerId="ADAL" clId="{A198CD69-D5D8-56AF-90B6-93679EEDCE1D}" dt="2026-03-16T17:21:54.327" v="1108" actId="208"/>
          <ac:picMkLst>
            <pc:docMk/>
            <pc:sldMk cId="3221919468" sldId="269"/>
            <ac:picMk id="13" creationId="{3551182B-2FD9-AC4D-4FCE-9C2606DFEFAC}"/>
          </ac:picMkLst>
        </pc:picChg>
        <pc:picChg chg="add mod">
          <ac:chgData name="Sara Tanovic" userId="f353ab82-bd92-4c89-8251-9c3370876dd6" providerId="ADAL" clId="{A198CD69-D5D8-56AF-90B6-93679EEDCE1D}" dt="2026-03-16T17:21:54.327" v="1108" actId="208"/>
          <ac:picMkLst>
            <pc:docMk/>
            <pc:sldMk cId="3221919468" sldId="269"/>
            <ac:picMk id="14" creationId="{A089DD99-B451-A984-9BE9-0D2148B54E5A}"/>
          </ac:picMkLst>
        </pc:picChg>
        <pc:cxnChg chg="add">
          <ac:chgData name="Sara Tanovic" userId="f353ab82-bd92-4c89-8251-9c3370876dd6" providerId="ADAL" clId="{A198CD69-D5D8-56AF-90B6-93679EEDCE1D}" dt="2026-03-16T17:20:33.086" v="1065" actId="11529"/>
          <ac:cxnSpMkLst>
            <pc:docMk/>
            <pc:sldMk cId="3221919468" sldId="269"/>
            <ac:cxnSpMk id="16" creationId="{9BFAC4C8-99EF-FB7C-2DE5-F84588A680F3}"/>
          </ac:cxnSpMkLst>
        </pc:cxnChg>
        <pc:cxnChg chg="add mod">
          <ac:chgData name="Sara Tanovic" userId="f353ab82-bd92-4c89-8251-9c3370876dd6" providerId="ADAL" clId="{A198CD69-D5D8-56AF-90B6-93679EEDCE1D}" dt="2026-03-16T17:21:54.327" v="1108" actId="208"/>
          <ac:cxnSpMkLst>
            <pc:docMk/>
            <pc:sldMk cId="3221919468" sldId="269"/>
            <ac:cxnSpMk id="17" creationId="{D33AA8EF-A3D7-DB22-5E23-F68D591F31C5}"/>
          </ac:cxnSpMkLst>
        </pc:cxnChg>
        <pc:cxnChg chg="add mod">
          <ac:chgData name="Sara Tanovic" userId="f353ab82-bd92-4c89-8251-9c3370876dd6" providerId="ADAL" clId="{A198CD69-D5D8-56AF-90B6-93679EEDCE1D}" dt="2026-03-16T17:20:40.775" v="1071" actId="14100"/>
          <ac:cxnSpMkLst>
            <pc:docMk/>
            <pc:sldMk cId="3221919468" sldId="269"/>
            <ac:cxnSpMk id="20" creationId="{BB219E26-3281-8738-315E-601662E1A789}"/>
          </ac:cxnSpMkLst>
        </pc:cxnChg>
        <pc:cxnChg chg="add mod">
          <ac:chgData name="Sara Tanovic" userId="f353ab82-bd92-4c89-8251-9c3370876dd6" providerId="ADAL" clId="{A198CD69-D5D8-56AF-90B6-93679EEDCE1D}" dt="2026-03-16T17:20:44.759" v="1074" actId="14100"/>
          <ac:cxnSpMkLst>
            <pc:docMk/>
            <pc:sldMk cId="3221919468" sldId="269"/>
            <ac:cxnSpMk id="23" creationId="{1CC556F9-D208-BAA1-4B11-77AEB7307C5E}"/>
          </ac:cxnSpMkLst>
        </pc:cxnChg>
        <pc:cxnChg chg="add mod">
          <ac:chgData name="Sara Tanovic" userId="f353ab82-bd92-4c89-8251-9c3370876dd6" providerId="ADAL" clId="{A198CD69-D5D8-56AF-90B6-93679EEDCE1D}" dt="2026-03-16T17:21:10.831" v="1091" actId="1036"/>
          <ac:cxnSpMkLst>
            <pc:docMk/>
            <pc:sldMk cId="3221919468" sldId="269"/>
            <ac:cxnSpMk id="27" creationId="{DA4CDE51-A3E9-EED5-AD9F-2549A8044141}"/>
          </ac:cxnSpMkLst>
        </pc:cxnChg>
        <pc:cxnChg chg="add mod">
          <ac:chgData name="Sara Tanovic" userId="f353ab82-bd92-4c89-8251-9c3370876dd6" providerId="ADAL" clId="{A198CD69-D5D8-56AF-90B6-93679EEDCE1D}" dt="2026-03-16T17:21:20.305" v="1095" actId="14100"/>
          <ac:cxnSpMkLst>
            <pc:docMk/>
            <pc:sldMk cId="3221919468" sldId="269"/>
            <ac:cxnSpMk id="29" creationId="{2DEC8543-3D6D-A348-B523-52E7A01782F3}"/>
          </ac:cxnSpMkLst>
        </pc:cxnChg>
        <pc:cxnChg chg="add mod">
          <ac:chgData name="Sara Tanovic" userId="f353ab82-bd92-4c89-8251-9c3370876dd6" providerId="ADAL" clId="{A198CD69-D5D8-56AF-90B6-93679EEDCE1D}" dt="2026-03-16T17:21:29.303" v="1101" actId="1035"/>
          <ac:cxnSpMkLst>
            <pc:docMk/>
            <pc:sldMk cId="3221919468" sldId="269"/>
            <ac:cxnSpMk id="31" creationId="{DD90D23F-E900-8479-A51E-2F56080F6E3B}"/>
          </ac:cxnSpMkLst>
        </pc:cxnChg>
        <pc:cxnChg chg="add mod">
          <ac:chgData name="Sara Tanovic" userId="f353ab82-bd92-4c89-8251-9c3370876dd6" providerId="ADAL" clId="{A198CD69-D5D8-56AF-90B6-93679EEDCE1D}" dt="2026-03-16T17:21:45.393" v="1107" actId="14100"/>
          <ac:cxnSpMkLst>
            <pc:docMk/>
            <pc:sldMk cId="3221919468" sldId="269"/>
            <ac:cxnSpMk id="32" creationId="{F7BB0536-5565-2F76-6EAF-B1664A5FB3DF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5:35.505" v="1821" actId="2696"/>
        <pc:sldMkLst>
          <pc:docMk/>
          <pc:sldMk cId="3215812234" sldId="270"/>
        </pc:sldMkLst>
      </pc:sldChg>
      <pc:sldChg chg="addSp delSp modSp mod">
        <pc:chgData name="Sara Tanovic" userId="f353ab82-bd92-4c89-8251-9c3370876dd6" providerId="ADAL" clId="{A198CD69-D5D8-56AF-90B6-93679EEDCE1D}" dt="2026-03-16T17:19:30.575" v="1055" actId="208"/>
        <pc:sldMkLst>
          <pc:docMk/>
          <pc:sldMk cId="2146267924" sldId="271"/>
        </pc:sldMkLst>
        <pc:picChg chg="add mod">
          <ac:chgData name="Sara Tanovic" userId="f353ab82-bd92-4c89-8251-9c3370876dd6" providerId="ADAL" clId="{A198CD69-D5D8-56AF-90B6-93679EEDCE1D}" dt="2026-03-16T17:19:30.575" v="1055" actId="208"/>
          <ac:picMkLst>
            <pc:docMk/>
            <pc:sldMk cId="2146267924" sldId="271"/>
            <ac:picMk id="3" creationId="{626B25B9-AB60-D453-936C-233B2818618F}"/>
          </ac:picMkLst>
        </pc:picChg>
        <pc:picChg chg="add mod">
          <ac:chgData name="Sara Tanovic" userId="f353ab82-bd92-4c89-8251-9c3370876dd6" providerId="ADAL" clId="{A198CD69-D5D8-56AF-90B6-93679EEDCE1D}" dt="2026-03-16T17:19:30.575" v="1055" actId="208"/>
          <ac:picMkLst>
            <pc:docMk/>
            <pc:sldMk cId="2146267924" sldId="271"/>
            <ac:picMk id="4" creationId="{A1F5FEAD-63F0-A537-8306-654D0FE592BC}"/>
          </ac:picMkLst>
        </pc:picChg>
        <pc:picChg chg="add mod">
          <ac:chgData name="Sara Tanovic" userId="f353ab82-bd92-4c89-8251-9c3370876dd6" providerId="ADAL" clId="{A198CD69-D5D8-56AF-90B6-93679EEDCE1D}" dt="2026-03-16T17:19:30.575" v="1055" actId="208"/>
          <ac:picMkLst>
            <pc:docMk/>
            <pc:sldMk cId="2146267924" sldId="271"/>
            <ac:picMk id="6" creationId="{9763C49B-EFF1-1BD3-0BED-178721D2590A}"/>
          </ac:picMkLst>
        </pc:picChg>
        <pc:picChg chg="add mod">
          <ac:chgData name="Sara Tanovic" userId="f353ab82-bd92-4c89-8251-9c3370876dd6" providerId="ADAL" clId="{A198CD69-D5D8-56AF-90B6-93679EEDCE1D}" dt="2026-03-16T17:19:30.575" v="1055" actId="208"/>
          <ac:picMkLst>
            <pc:docMk/>
            <pc:sldMk cId="2146267924" sldId="271"/>
            <ac:picMk id="7" creationId="{A7C986A2-4495-1038-10E1-ADA67EE6423E}"/>
          </ac:picMkLst>
        </pc:picChg>
        <pc:picChg chg="add mod">
          <ac:chgData name="Sara Tanovic" userId="f353ab82-bd92-4c89-8251-9c3370876dd6" providerId="ADAL" clId="{A198CD69-D5D8-56AF-90B6-93679EEDCE1D}" dt="2026-03-16T17:19:30.575" v="1055" actId="208"/>
          <ac:picMkLst>
            <pc:docMk/>
            <pc:sldMk cId="2146267924" sldId="271"/>
            <ac:picMk id="8" creationId="{4D66B533-7550-B260-CE9F-58DE2A07A4CC}"/>
          </ac:picMkLst>
        </pc:picChg>
        <pc:picChg chg="add mod">
          <ac:chgData name="Sara Tanovic" userId="f353ab82-bd92-4c89-8251-9c3370876dd6" providerId="ADAL" clId="{A198CD69-D5D8-56AF-90B6-93679EEDCE1D}" dt="2026-03-16T17:19:30.575" v="1055" actId="208"/>
          <ac:picMkLst>
            <pc:docMk/>
            <pc:sldMk cId="2146267924" sldId="271"/>
            <ac:picMk id="9" creationId="{255C1BFC-2968-E131-E424-FC7EC51D1888}"/>
          </ac:picMkLst>
        </pc:picChg>
        <pc:picChg chg="add mod">
          <ac:chgData name="Sara Tanovic" userId="f353ab82-bd92-4c89-8251-9c3370876dd6" providerId="ADAL" clId="{A198CD69-D5D8-56AF-90B6-93679EEDCE1D}" dt="2026-03-16T17:19:30.575" v="1055" actId="208"/>
          <ac:picMkLst>
            <pc:docMk/>
            <pc:sldMk cId="2146267924" sldId="271"/>
            <ac:picMk id="10" creationId="{EB32ECB9-AB12-FE19-FEC4-20F660A68F7D}"/>
          </ac:picMkLst>
        </pc:picChg>
        <pc:picChg chg="add mod">
          <ac:chgData name="Sara Tanovic" userId="f353ab82-bd92-4c89-8251-9c3370876dd6" providerId="ADAL" clId="{A198CD69-D5D8-56AF-90B6-93679EEDCE1D}" dt="2026-03-16T17:19:30.575" v="1055" actId="208"/>
          <ac:picMkLst>
            <pc:docMk/>
            <pc:sldMk cId="2146267924" sldId="271"/>
            <ac:picMk id="11" creationId="{2A71C80B-2A02-10F5-1149-97B6022BCA70}"/>
          </ac:picMkLst>
        </pc:picChg>
        <pc:cxnChg chg="add">
          <ac:chgData name="Sara Tanovic" userId="f353ab82-bd92-4c89-8251-9c3370876dd6" providerId="ADAL" clId="{A198CD69-D5D8-56AF-90B6-93679EEDCE1D}" dt="2026-03-16T17:18:38.339" v="1034" actId="11529"/>
          <ac:cxnSpMkLst>
            <pc:docMk/>
            <pc:sldMk cId="2146267924" sldId="271"/>
            <ac:cxnSpMk id="13" creationId="{0E03583F-646F-C6F1-60E8-E6856A4DEE8A}"/>
          </ac:cxnSpMkLst>
        </pc:cxnChg>
        <pc:cxnChg chg="add mod">
          <ac:chgData name="Sara Tanovic" userId="f353ab82-bd92-4c89-8251-9c3370876dd6" providerId="ADAL" clId="{A198CD69-D5D8-56AF-90B6-93679EEDCE1D}" dt="2026-03-16T17:18:43.690" v="1037" actId="14100"/>
          <ac:cxnSpMkLst>
            <pc:docMk/>
            <pc:sldMk cId="2146267924" sldId="271"/>
            <ac:cxnSpMk id="14" creationId="{B83807F2-066F-CA6D-7453-BFC4D07AEDBB}"/>
          </ac:cxnSpMkLst>
        </pc:cxnChg>
        <pc:cxnChg chg="add mod">
          <ac:chgData name="Sara Tanovic" userId="f353ab82-bd92-4c89-8251-9c3370876dd6" providerId="ADAL" clId="{A198CD69-D5D8-56AF-90B6-93679EEDCE1D}" dt="2026-03-16T17:18:48.091" v="1040" actId="14100"/>
          <ac:cxnSpMkLst>
            <pc:docMk/>
            <pc:sldMk cId="2146267924" sldId="271"/>
            <ac:cxnSpMk id="17" creationId="{CF9FF038-0E87-D00F-33F2-5CD5DF279108}"/>
          </ac:cxnSpMkLst>
        </pc:cxnChg>
        <pc:cxnChg chg="add mod">
          <ac:chgData name="Sara Tanovic" userId="f353ab82-bd92-4c89-8251-9c3370876dd6" providerId="ADAL" clId="{A198CD69-D5D8-56AF-90B6-93679EEDCE1D}" dt="2026-03-16T17:19:30.575" v="1055" actId="208"/>
          <ac:cxnSpMkLst>
            <pc:docMk/>
            <pc:sldMk cId="2146267924" sldId="271"/>
            <ac:cxnSpMk id="22" creationId="{20EB2A23-7CDE-3E49-3109-F4D2852AF113}"/>
          </ac:cxnSpMkLst>
        </pc:cxnChg>
        <pc:cxnChg chg="add mod">
          <ac:chgData name="Sara Tanovic" userId="f353ab82-bd92-4c89-8251-9c3370876dd6" providerId="ADAL" clId="{A198CD69-D5D8-56AF-90B6-93679EEDCE1D}" dt="2026-03-16T17:19:24.123" v="1051" actId="1036"/>
          <ac:cxnSpMkLst>
            <pc:docMk/>
            <pc:sldMk cId="2146267924" sldId="271"/>
            <ac:cxnSpMk id="23" creationId="{1362BD01-C0AA-2CA3-EE6A-FB46C8354B37}"/>
          </ac:cxnSpMkLst>
        </pc:cxnChg>
        <pc:cxnChg chg="add mod">
          <ac:chgData name="Sara Tanovic" userId="f353ab82-bd92-4c89-8251-9c3370876dd6" providerId="ADAL" clId="{A198CD69-D5D8-56AF-90B6-93679EEDCE1D}" dt="2026-03-16T17:19:30.575" v="1055" actId="208"/>
          <ac:cxnSpMkLst>
            <pc:docMk/>
            <pc:sldMk cId="2146267924" sldId="271"/>
            <ac:cxnSpMk id="24" creationId="{89D30C4E-C8F3-0BC1-C802-77D588173AF3}"/>
          </ac:cxnSpMkLst>
        </pc:cxnChg>
        <pc:cxnChg chg="add mod">
          <ac:chgData name="Sara Tanovic" userId="f353ab82-bd92-4c89-8251-9c3370876dd6" providerId="ADAL" clId="{A198CD69-D5D8-56AF-90B6-93679EEDCE1D}" dt="2026-03-16T17:19:21.608" v="1050" actId="1076"/>
          <ac:cxnSpMkLst>
            <pc:docMk/>
            <pc:sldMk cId="2146267924" sldId="271"/>
            <ac:cxnSpMk id="25" creationId="{29D2A745-CC42-E16A-8B4D-241F05DFCC24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5:35.505" v="1821" actId="2696"/>
        <pc:sldMkLst>
          <pc:docMk/>
          <pc:sldMk cId="134810306" sldId="272"/>
        </pc:sldMkLst>
      </pc:sldChg>
      <pc:sldChg chg="addSp modSp mod">
        <pc:chgData name="Sara Tanovic" userId="f353ab82-bd92-4c89-8251-9c3370876dd6" providerId="ADAL" clId="{A198CD69-D5D8-56AF-90B6-93679EEDCE1D}" dt="2026-03-16T17:17:28.807" v="1018" actId="208"/>
        <pc:sldMkLst>
          <pc:docMk/>
          <pc:sldMk cId="3040383283" sldId="273"/>
        </pc:sldMkLst>
        <pc:picChg chg="add mod">
          <ac:chgData name="Sara Tanovic" userId="f353ab82-bd92-4c89-8251-9c3370876dd6" providerId="ADAL" clId="{A198CD69-D5D8-56AF-90B6-93679EEDCE1D}" dt="2026-03-16T17:17:28.807" v="1018" actId="208"/>
          <ac:picMkLst>
            <pc:docMk/>
            <pc:sldMk cId="3040383283" sldId="273"/>
            <ac:picMk id="3" creationId="{EE7AF04D-FE99-2DBE-3DBE-0F339271112A}"/>
          </ac:picMkLst>
        </pc:picChg>
        <pc:picChg chg="add mod">
          <ac:chgData name="Sara Tanovic" userId="f353ab82-bd92-4c89-8251-9c3370876dd6" providerId="ADAL" clId="{A198CD69-D5D8-56AF-90B6-93679EEDCE1D}" dt="2026-03-16T17:17:28.807" v="1018" actId="208"/>
          <ac:picMkLst>
            <pc:docMk/>
            <pc:sldMk cId="3040383283" sldId="273"/>
            <ac:picMk id="4" creationId="{476AE804-9629-BAB7-10E6-CDD7534F11E4}"/>
          </ac:picMkLst>
        </pc:picChg>
        <pc:picChg chg="add mod">
          <ac:chgData name="Sara Tanovic" userId="f353ab82-bd92-4c89-8251-9c3370876dd6" providerId="ADAL" clId="{A198CD69-D5D8-56AF-90B6-93679EEDCE1D}" dt="2026-03-16T17:17:28.807" v="1018" actId="208"/>
          <ac:picMkLst>
            <pc:docMk/>
            <pc:sldMk cId="3040383283" sldId="273"/>
            <ac:picMk id="5" creationId="{C8BD4B79-5D8D-2C7D-FDE5-2F8976614F6B}"/>
          </ac:picMkLst>
        </pc:picChg>
        <pc:picChg chg="add mod">
          <ac:chgData name="Sara Tanovic" userId="f353ab82-bd92-4c89-8251-9c3370876dd6" providerId="ADAL" clId="{A198CD69-D5D8-56AF-90B6-93679EEDCE1D}" dt="2026-03-16T17:17:28.807" v="1018" actId="208"/>
          <ac:picMkLst>
            <pc:docMk/>
            <pc:sldMk cId="3040383283" sldId="273"/>
            <ac:picMk id="6" creationId="{B5DB4F32-08DA-5CC2-4FD4-231AAA65893C}"/>
          </ac:picMkLst>
        </pc:picChg>
        <pc:picChg chg="add mod">
          <ac:chgData name="Sara Tanovic" userId="f353ab82-bd92-4c89-8251-9c3370876dd6" providerId="ADAL" clId="{A198CD69-D5D8-56AF-90B6-93679EEDCE1D}" dt="2026-03-16T17:17:28.807" v="1018" actId="208"/>
          <ac:picMkLst>
            <pc:docMk/>
            <pc:sldMk cId="3040383283" sldId="273"/>
            <ac:picMk id="7" creationId="{A161514F-C12E-ED55-03E7-1A92082BBF94}"/>
          </ac:picMkLst>
        </pc:picChg>
        <pc:picChg chg="add mod">
          <ac:chgData name="Sara Tanovic" userId="f353ab82-bd92-4c89-8251-9c3370876dd6" providerId="ADAL" clId="{A198CD69-D5D8-56AF-90B6-93679EEDCE1D}" dt="2026-03-16T17:17:28.807" v="1018" actId="208"/>
          <ac:picMkLst>
            <pc:docMk/>
            <pc:sldMk cId="3040383283" sldId="273"/>
            <ac:picMk id="8" creationId="{1903692F-3571-6943-395D-B5A2269B7C03}"/>
          </ac:picMkLst>
        </pc:picChg>
        <pc:picChg chg="add mod">
          <ac:chgData name="Sara Tanovic" userId="f353ab82-bd92-4c89-8251-9c3370876dd6" providerId="ADAL" clId="{A198CD69-D5D8-56AF-90B6-93679EEDCE1D}" dt="2026-03-16T17:17:28.807" v="1018" actId="208"/>
          <ac:picMkLst>
            <pc:docMk/>
            <pc:sldMk cId="3040383283" sldId="273"/>
            <ac:picMk id="9" creationId="{9E30607E-A3E7-9D49-4B53-233FFD9764EC}"/>
          </ac:picMkLst>
        </pc:picChg>
        <pc:picChg chg="add mod">
          <ac:chgData name="Sara Tanovic" userId="f353ab82-bd92-4c89-8251-9c3370876dd6" providerId="ADAL" clId="{A198CD69-D5D8-56AF-90B6-93679EEDCE1D}" dt="2026-03-16T17:17:28.807" v="1018" actId="208"/>
          <ac:picMkLst>
            <pc:docMk/>
            <pc:sldMk cId="3040383283" sldId="273"/>
            <ac:picMk id="10" creationId="{106C8E31-8464-5DE8-4B8D-405F1BF0AC7E}"/>
          </ac:picMkLst>
        </pc:picChg>
        <pc:cxnChg chg="add">
          <ac:chgData name="Sara Tanovic" userId="f353ab82-bd92-4c89-8251-9c3370876dd6" providerId="ADAL" clId="{A198CD69-D5D8-56AF-90B6-93679EEDCE1D}" dt="2026-03-16T17:16:48.137" v="998" actId="11529"/>
          <ac:cxnSpMkLst>
            <pc:docMk/>
            <pc:sldMk cId="3040383283" sldId="273"/>
            <ac:cxnSpMk id="12" creationId="{A3D11370-E4E5-FB8C-91BB-266643B48FD5}"/>
          </ac:cxnSpMkLst>
        </pc:cxnChg>
        <pc:cxnChg chg="add mod">
          <ac:chgData name="Sara Tanovic" userId="f353ab82-bd92-4c89-8251-9c3370876dd6" providerId="ADAL" clId="{A198CD69-D5D8-56AF-90B6-93679EEDCE1D}" dt="2026-03-16T17:16:51.773" v="1001" actId="14100"/>
          <ac:cxnSpMkLst>
            <pc:docMk/>
            <pc:sldMk cId="3040383283" sldId="273"/>
            <ac:cxnSpMk id="13" creationId="{105B35CE-6299-7976-E1D8-B4DCFFCA10BE}"/>
          </ac:cxnSpMkLst>
        </pc:cxnChg>
        <pc:cxnChg chg="add mod">
          <ac:chgData name="Sara Tanovic" userId="f353ab82-bd92-4c89-8251-9c3370876dd6" providerId="ADAL" clId="{A198CD69-D5D8-56AF-90B6-93679EEDCE1D}" dt="2026-03-16T17:16:55.807" v="1004" actId="14100"/>
          <ac:cxnSpMkLst>
            <pc:docMk/>
            <pc:sldMk cId="3040383283" sldId="273"/>
            <ac:cxnSpMk id="16" creationId="{AFFE035C-07BA-905B-1C3D-424B59D969A7}"/>
          </ac:cxnSpMkLst>
        </pc:cxnChg>
        <pc:cxnChg chg="add mod">
          <ac:chgData name="Sara Tanovic" userId="f353ab82-bd92-4c89-8251-9c3370876dd6" providerId="ADAL" clId="{A198CD69-D5D8-56AF-90B6-93679EEDCE1D}" dt="2026-03-16T17:17:00.055" v="1007" actId="14100"/>
          <ac:cxnSpMkLst>
            <pc:docMk/>
            <pc:sldMk cId="3040383283" sldId="273"/>
            <ac:cxnSpMk id="19" creationId="{842202A5-4017-5EBE-0033-5BA8C548525B}"/>
          </ac:cxnSpMkLst>
        </pc:cxnChg>
        <pc:cxnChg chg="add mod">
          <ac:chgData name="Sara Tanovic" userId="f353ab82-bd92-4c89-8251-9c3370876dd6" providerId="ADAL" clId="{A198CD69-D5D8-56AF-90B6-93679EEDCE1D}" dt="2026-03-16T17:17:28.807" v="1018" actId="208"/>
          <ac:cxnSpMkLst>
            <pc:docMk/>
            <pc:sldMk cId="3040383283" sldId="273"/>
            <ac:cxnSpMk id="23" creationId="{B3F2542A-B9B9-3592-28C6-ECB9E5163FBC}"/>
          </ac:cxnSpMkLst>
        </pc:cxnChg>
        <pc:cxnChg chg="add mod">
          <ac:chgData name="Sara Tanovic" userId="f353ab82-bd92-4c89-8251-9c3370876dd6" providerId="ADAL" clId="{A198CD69-D5D8-56AF-90B6-93679EEDCE1D}" dt="2026-03-16T17:17:22.207" v="1015" actId="1076"/>
          <ac:cxnSpMkLst>
            <pc:docMk/>
            <pc:sldMk cId="3040383283" sldId="273"/>
            <ac:cxnSpMk id="24" creationId="{6ED799EC-B83D-0A9B-58EC-34C5503E0179}"/>
          </ac:cxnSpMkLst>
        </pc:cxnChg>
        <pc:cxnChg chg="add mod">
          <ac:chgData name="Sara Tanovic" userId="f353ab82-bd92-4c89-8251-9c3370876dd6" providerId="ADAL" clId="{A198CD69-D5D8-56AF-90B6-93679EEDCE1D}" dt="2026-03-16T17:17:28.807" v="1018" actId="208"/>
          <ac:cxnSpMkLst>
            <pc:docMk/>
            <pc:sldMk cId="3040383283" sldId="273"/>
            <ac:cxnSpMk id="25" creationId="{9BCE3D20-3297-CEE1-3A1E-174DA00848AD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2138044066" sldId="274"/>
        </pc:sldMkLst>
        <pc:picChg chg="add mod">
          <ac:chgData name="Sara Tanovic" userId="f353ab82-bd92-4c89-8251-9c3370876dd6" providerId="ADAL" clId="{A198CD69-D5D8-56AF-90B6-93679EEDCE1D}" dt="2026-03-16T16:16:37.290" v="72" actId="1076"/>
          <ac:picMkLst>
            <pc:docMk/>
            <pc:sldMk cId="2138044066" sldId="274"/>
            <ac:picMk id="3" creationId="{BE45362B-FC34-6187-7FB9-6D7BCD990552}"/>
          </ac:picMkLst>
        </pc:picChg>
        <pc:picChg chg="add mod">
          <ac:chgData name="Sara Tanovic" userId="f353ab82-bd92-4c89-8251-9c3370876dd6" providerId="ADAL" clId="{A198CD69-D5D8-56AF-90B6-93679EEDCE1D}" dt="2026-03-16T16:16:42.072" v="74" actId="1076"/>
          <ac:picMkLst>
            <pc:docMk/>
            <pc:sldMk cId="2138044066" sldId="274"/>
            <ac:picMk id="4" creationId="{E36F0CE9-A172-8F48-A6C6-BA97B7604A1A}"/>
          </ac:picMkLst>
        </pc:picChg>
        <pc:picChg chg="add">
          <ac:chgData name="Sara Tanovic" userId="f353ab82-bd92-4c89-8251-9c3370876dd6" providerId="ADAL" clId="{A198CD69-D5D8-56AF-90B6-93679EEDCE1D}" dt="2026-03-16T16:16:45.458" v="75"/>
          <ac:picMkLst>
            <pc:docMk/>
            <pc:sldMk cId="2138044066" sldId="274"/>
            <ac:picMk id="5" creationId="{CA26A1F8-E5FC-6EC6-EB1C-400E4E63D3C2}"/>
          </ac:picMkLst>
        </pc:picChg>
        <pc:picChg chg="add mod">
          <ac:chgData name="Sara Tanovic" userId="f353ab82-bd92-4c89-8251-9c3370876dd6" providerId="ADAL" clId="{A198CD69-D5D8-56AF-90B6-93679EEDCE1D}" dt="2026-03-16T16:16:49.657" v="77" actId="1076"/>
          <ac:picMkLst>
            <pc:docMk/>
            <pc:sldMk cId="2138044066" sldId="274"/>
            <ac:picMk id="6" creationId="{FD01355D-FFEA-8943-5EFF-A1A17C68E822}"/>
          </ac:picMkLst>
        </pc:picChg>
      </pc:sldChg>
      <pc:sldChg chg="addSp modSp mod">
        <pc:chgData name="Sara Tanovic" userId="f353ab82-bd92-4c89-8251-9c3370876dd6" providerId="ADAL" clId="{A198CD69-D5D8-56AF-90B6-93679EEDCE1D}" dt="2026-03-16T17:15:04.156" v="954" actId="208"/>
        <pc:sldMkLst>
          <pc:docMk/>
          <pc:sldMk cId="1639625622" sldId="275"/>
        </pc:sldMkLst>
        <pc:picChg chg="add mod">
          <ac:chgData name="Sara Tanovic" userId="f353ab82-bd92-4c89-8251-9c3370876dd6" providerId="ADAL" clId="{A198CD69-D5D8-56AF-90B6-93679EEDCE1D}" dt="2026-03-16T17:15:04.156" v="954" actId="208"/>
          <ac:picMkLst>
            <pc:docMk/>
            <pc:sldMk cId="1639625622" sldId="275"/>
            <ac:picMk id="3" creationId="{FAB03867-4C23-E137-7A2A-7E3986DF7116}"/>
          </ac:picMkLst>
        </pc:picChg>
        <pc:picChg chg="add mod">
          <ac:chgData name="Sara Tanovic" userId="f353ab82-bd92-4c89-8251-9c3370876dd6" providerId="ADAL" clId="{A198CD69-D5D8-56AF-90B6-93679EEDCE1D}" dt="2026-03-16T17:15:04.156" v="954" actId="208"/>
          <ac:picMkLst>
            <pc:docMk/>
            <pc:sldMk cId="1639625622" sldId="275"/>
            <ac:picMk id="4" creationId="{0B2429B0-898B-CDCE-DFEA-5E197676E21E}"/>
          </ac:picMkLst>
        </pc:picChg>
        <pc:picChg chg="add mod">
          <ac:chgData name="Sara Tanovic" userId="f353ab82-bd92-4c89-8251-9c3370876dd6" providerId="ADAL" clId="{A198CD69-D5D8-56AF-90B6-93679EEDCE1D}" dt="2026-03-16T17:15:04.156" v="954" actId="208"/>
          <ac:picMkLst>
            <pc:docMk/>
            <pc:sldMk cId="1639625622" sldId="275"/>
            <ac:picMk id="5" creationId="{033D7F60-5ED7-0A84-F86A-C432DB4C1F82}"/>
          </ac:picMkLst>
        </pc:picChg>
        <pc:picChg chg="add mod">
          <ac:chgData name="Sara Tanovic" userId="f353ab82-bd92-4c89-8251-9c3370876dd6" providerId="ADAL" clId="{A198CD69-D5D8-56AF-90B6-93679EEDCE1D}" dt="2026-03-16T17:15:04.156" v="954" actId="208"/>
          <ac:picMkLst>
            <pc:docMk/>
            <pc:sldMk cId="1639625622" sldId="275"/>
            <ac:picMk id="6" creationId="{A26465AA-C303-D1F1-95F1-239DBCA1CCDE}"/>
          </ac:picMkLst>
        </pc:picChg>
        <pc:picChg chg="add mod">
          <ac:chgData name="Sara Tanovic" userId="f353ab82-bd92-4c89-8251-9c3370876dd6" providerId="ADAL" clId="{A198CD69-D5D8-56AF-90B6-93679EEDCE1D}" dt="2026-03-16T17:15:04.156" v="954" actId="208"/>
          <ac:picMkLst>
            <pc:docMk/>
            <pc:sldMk cId="1639625622" sldId="275"/>
            <ac:picMk id="7" creationId="{0255A73F-9536-D4FD-111E-78F673ECE7EF}"/>
          </ac:picMkLst>
        </pc:picChg>
        <pc:picChg chg="add mod">
          <ac:chgData name="Sara Tanovic" userId="f353ab82-bd92-4c89-8251-9c3370876dd6" providerId="ADAL" clId="{A198CD69-D5D8-56AF-90B6-93679EEDCE1D}" dt="2026-03-16T17:15:04.156" v="954" actId="208"/>
          <ac:picMkLst>
            <pc:docMk/>
            <pc:sldMk cId="1639625622" sldId="275"/>
            <ac:picMk id="8" creationId="{E9C81AA8-7BA8-1822-3EA3-C092C5E42E20}"/>
          </ac:picMkLst>
        </pc:picChg>
        <pc:picChg chg="add mod">
          <ac:chgData name="Sara Tanovic" userId="f353ab82-bd92-4c89-8251-9c3370876dd6" providerId="ADAL" clId="{A198CD69-D5D8-56AF-90B6-93679EEDCE1D}" dt="2026-03-16T17:15:04.156" v="954" actId="208"/>
          <ac:picMkLst>
            <pc:docMk/>
            <pc:sldMk cId="1639625622" sldId="275"/>
            <ac:picMk id="9" creationId="{3BDD56BF-C206-475E-20CB-68BFBABED006}"/>
          </ac:picMkLst>
        </pc:picChg>
        <pc:picChg chg="add mod">
          <ac:chgData name="Sara Tanovic" userId="f353ab82-bd92-4c89-8251-9c3370876dd6" providerId="ADAL" clId="{A198CD69-D5D8-56AF-90B6-93679EEDCE1D}" dt="2026-03-16T17:15:04.156" v="954" actId="208"/>
          <ac:picMkLst>
            <pc:docMk/>
            <pc:sldMk cId="1639625622" sldId="275"/>
            <ac:picMk id="10" creationId="{C97105DA-045D-ABE2-7CF8-A6EB95813FB7}"/>
          </ac:picMkLst>
        </pc:picChg>
        <pc:cxnChg chg="add">
          <ac:chgData name="Sara Tanovic" userId="f353ab82-bd92-4c89-8251-9c3370876dd6" providerId="ADAL" clId="{A198CD69-D5D8-56AF-90B6-93679EEDCE1D}" dt="2026-03-16T17:13:59.102" v="933" actId="11529"/>
          <ac:cxnSpMkLst>
            <pc:docMk/>
            <pc:sldMk cId="1639625622" sldId="275"/>
            <ac:cxnSpMk id="12" creationId="{A16E980D-A60C-55E8-6BD0-9CF7F4107D65}"/>
          </ac:cxnSpMkLst>
        </pc:cxnChg>
        <pc:cxnChg chg="add mod">
          <ac:chgData name="Sara Tanovic" userId="f353ab82-bd92-4c89-8251-9c3370876dd6" providerId="ADAL" clId="{A198CD69-D5D8-56AF-90B6-93679EEDCE1D}" dt="2026-03-16T17:14:03.655" v="936" actId="14100"/>
          <ac:cxnSpMkLst>
            <pc:docMk/>
            <pc:sldMk cId="1639625622" sldId="275"/>
            <ac:cxnSpMk id="13" creationId="{C9D43103-C746-493B-A956-995BECBD9B3E}"/>
          </ac:cxnSpMkLst>
        </pc:cxnChg>
        <pc:cxnChg chg="add mod">
          <ac:chgData name="Sara Tanovic" userId="f353ab82-bd92-4c89-8251-9c3370876dd6" providerId="ADAL" clId="{A198CD69-D5D8-56AF-90B6-93679EEDCE1D}" dt="2026-03-16T17:14:08.088" v="939" actId="14100"/>
          <ac:cxnSpMkLst>
            <pc:docMk/>
            <pc:sldMk cId="1639625622" sldId="275"/>
            <ac:cxnSpMk id="16" creationId="{3722312F-2A9E-D5B9-0BBB-548E7D74CB7F}"/>
          </ac:cxnSpMkLst>
        </pc:cxnChg>
        <pc:cxnChg chg="add mod">
          <ac:chgData name="Sara Tanovic" userId="f353ab82-bd92-4c89-8251-9c3370876dd6" providerId="ADAL" clId="{A198CD69-D5D8-56AF-90B6-93679EEDCE1D}" dt="2026-03-16T17:15:04.156" v="954" actId="208"/>
          <ac:cxnSpMkLst>
            <pc:docMk/>
            <pc:sldMk cId="1639625622" sldId="275"/>
            <ac:cxnSpMk id="20" creationId="{1C269341-3AAE-23FD-439F-18A9C5F1B8D0}"/>
          </ac:cxnSpMkLst>
        </pc:cxnChg>
        <pc:cxnChg chg="add mod">
          <ac:chgData name="Sara Tanovic" userId="f353ab82-bd92-4c89-8251-9c3370876dd6" providerId="ADAL" clId="{A198CD69-D5D8-56AF-90B6-93679EEDCE1D}" dt="2026-03-16T17:14:35.369" v="945" actId="14100"/>
          <ac:cxnSpMkLst>
            <pc:docMk/>
            <pc:sldMk cId="1639625622" sldId="275"/>
            <ac:cxnSpMk id="21" creationId="{A37C7EB9-A149-5195-9242-20738E53AC80}"/>
          </ac:cxnSpMkLst>
        </pc:cxnChg>
        <pc:cxnChg chg="add mod">
          <ac:chgData name="Sara Tanovic" userId="f353ab82-bd92-4c89-8251-9c3370876dd6" providerId="ADAL" clId="{A198CD69-D5D8-56AF-90B6-93679EEDCE1D}" dt="2026-03-16T17:14:51.333" v="950" actId="1036"/>
          <ac:cxnSpMkLst>
            <pc:docMk/>
            <pc:sldMk cId="1639625622" sldId="275"/>
            <ac:cxnSpMk id="24" creationId="{39770EB8-56CC-E265-56CD-A2D3A2ADEDAC}"/>
          </ac:cxnSpMkLst>
        </pc:cxnChg>
        <pc:cxnChg chg="add mod">
          <ac:chgData name="Sara Tanovic" userId="f353ab82-bd92-4c89-8251-9c3370876dd6" providerId="ADAL" clId="{A198CD69-D5D8-56AF-90B6-93679EEDCE1D}" dt="2026-03-16T17:15:04.156" v="954" actId="208"/>
          <ac:cxnSpMkLst>
            <pc:docMk/>
            <pc:sldMk cId="1639625622" sldId="275"/>
            <ac:cxnSpMk id="26" creationId="{CF2E81AA-68D8-A29A-133A-B2104EE30B30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1405743577" sldId="276"/>
        </pc:sldMkLst>
        <pc:picChg chg="add mod">
          <ac:chgData name="Sara Tanovic" userId="f353ab82-bd92-4c89-8251-9c3370876dd6" providerId="ADAL" clId="{A198CD69-D5D8-56AF-90B6-93679EEDCE1D}" dt="2026-03-16T16:17:01.993" v="79" actId="1076"/>
          <ac:picMkLst>
            <pc:docMk/>
            <pc:sldMk cId="1405743577" sldId="276"/>
            <ac:picMk id="3" creationId="{EE6463F6-B069-030A-7107-FB0D402D8F0A}"/>
          </ac:picMkLst>
        </pc:picChg>
        <pc:picChg chg="add mod">
          <ac:chgData name="Sara Tanovic" userId="f353ab82-bd92-4c89-8251-9c3370876dd6" providerId="ADAL" clId="{A198CD69-D5D8-56AF-90B6-93679EEDCE1D}" dt="2026-03-16T16:17:06.023" v="81" actId="1076"/>
          <ac:picMkLst>
            <pc:docMk/>
            <pc:sldMk cId="1405743577" sldId="276"/>
            <ac:picMk id="4" creationId="{EEEA0837-68DA-7BCF-A895-172F19F36523}"/>
          </ac:picMkLst>
        </pc:picChg>
        <pc:picChg chg="add">
          <ac:chgData name="Sara Tanovic" userId="f353ab82-bd92-4c89-8251-9c3370876dd6" providerId="ADAL" clId="{A198CD69-D5D8-56AF-90B6-93679EEDCE1D}" dt="2026-03-16T16:17:09.001" v="82"/>
          <ac:picMkLst>
            <pc:docMk/>
            <pc:sldMk cId="1405743577" sldId="276"/>
            <ac:picMk id="5" creationId="{DB489AE5-3FC1-505E-AE3E-AB518D0E18FF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7:08:45.866" v="1808" actId="14100"/>
        <pc:sldMkLst>
          <pc:docMk/>
          <pc:sldMk cId="3707128991" sldId="277"/>
        </pc:sldMkLst>
        <pc:picChg chg="add del">
          <ac:chgData name="Sara Tanovic" userId="f353ab82-bd92-4c89-8251-9c3370876dd6" providerId="ADAL" clId="{A198CD69-D5D8-56AF-90B6-93679EEDCE1D}" dt="2026-03-17T17:07:45.754" v="1785" actId="478"/>
          <ac:picMkLst>
            <pc:docMk/>
            <pc:sldMk cId="3707128991" sldId="277"/>
            <ac:picMk id="3" creationId="{2B537948-E073-2353-1865-FF5F28A33101}"/>
          </ac:picMkLst>
        </pc:picChg>
        <pc:picChg chg="add del mod">
          <ac:chgData name="Sara Tanovic" userId="f353ab82-bd92-4c89-8251-9c3370876dd6" providerId="ADAL" clId="{A198CD69-D5D8-56AF-90B6-93679EEDCE1D}" dt="2026-03-17T17:07:47.037" v="1786" actId="478"/>
          <ac:picMkLst>
            <pc:docMk/>
            <pc:sldMk cId="3707128991" sldId="277"/>
            <ac:picMk id="4" creationId="{7E24527D-7BC3-81A9-3599-AD6370104B69}"/>
          </ac:picMkLst>
        </pc:picChg>
        <pc:picChg chg="add del mod modCrop">
          <ac:chgData name="Sara Tanovic" userId="f353ab82-bd92-4c89-8251-9c3370876dd6" providerId="ADAL" clId="{A198CD69-D5D8-56AF-90B6-93679EEDCE1D}" dt="2026-03-17T17:07:45.754" v="1785" actId="478"/>
          <ac:picMkLst>
            <pc:docMk/>
            <pc:sldMk cId="3707128991" sldId="277"/>
            <ac:picMk id="5" creationId="{C7CDFC66-2EE5-CFB7-CA70-A0565F2EEBA5}"/>
          </ac:picMkLst>
        </pc:picChg>
        <pc:picChg chg="add mod">
          <ac:chgData name="Sara Tanovic" userId="f353ab82-bd92-4c89-8251-9c3370876dd6" providerId="ADAL" clId="{A198CD69-D5D8-56AF-90B6-93679EEDCE1D}" dt="2026-03-17T17:08:11.849" v="1792" actId="1076"/>
          <ac:picMkLst>
            <pc:docMk/>
            <pc:sldMk cId="3707128991" sldId="277"/>
            <ac:picMk id="6" creationId="{507981B8-15A0-39A3-7580-9B799BFEE7F1}"/>
          </ac:picMkLst>
        </pc:picChg>
        <pc:picChg chg="add mod">
          <ac:chgData name="Sara Tanovic" userId="f353ab82-bd92-4c89-8251-9c3370876dd6" providerId="ADAL" clId="{A198CD69-D5D8-56AF-90B6-93679EEDCE1D}" dt="2026-03-17T17:08:09.699" v="1791" actId="1076"/>
          <ac:picMkLst>
            <pc:docMk/>
            <pc:sldMk cId="3707128991" sldId="277"/>
            <ac:picMk id="7" creationId="{7699CCF1-AFBC-2B56-4352-1C00C1679CFA}"/>
          </ac:picMkLst>
        </pc:picChg>
        <pc:picChg chg="add mod">
          <ac:chgData name="Sara Tanovic" userId="f353ab82-bd92-4c89-8251-9c3370876dd6" providerId="ADAL" clId="{A198CD69-D5D8-56AF-90B6-93679EEDCE1D}" dt="2026-03-17T17:08:24.566" v="1796" actId="1076"/>
          <ac:picMkLst>
            <pc:docMk/>
            <pc:sldMk cId="3707128991" sldId="277"/>
            <ac:picMk id="8" creationId="{9DF3DCF6-FACF-8CAB-FD9B-05036A73D84E}"/>
          </ac:picMkLst>
        </pc:picChg>
        <pc:picChg chg="add mod">
          <ac:chgData name="Sara Tanovic" userId="f353ab82-bd92-4c89-8251-9c3370876dd6" providerId="ADAL" clId="{A198CD69-D5D8-56AF-90B6-93679EEDCE1D}" dt="2026-03-17T17:08:24.566" v="1796" actId="1076"/>
          <ac:picMkLst>
            <pc:docMk/>
            <pc:sldMk cId="3707128991" sldId="277"/>
            <ac:picMk id="9" creationId="{F6692610-D676-2E5F-C091-0B6631C04A45}"/>
          </ac:picMkLst>
        </pc:picChg>
        <pc:picChg chg="add mod">
          <ac:chgData name="Sara Tanovic" userId="f353ab82-bd92-4c89-8251-9c3370876dd6" providerId="ADAL" clId="{A198CD69-D5D8-56AF-90B6-93679EEDCE1D}" dt="2026-03-17T17:08:06.449" v="1790" actId="1076"/>
          <ac:picMkLst>
            <pc:docMk/>
            <pc:sldMk cId="3707128991" sldId="277"/>
            <ac:picMk id="10" creationId="{2BDE7271-9F59-DA8C-BA9B-E8B466159175}"/>
          </ac:picMkLst>
        </pc:picChg>
        <pc:picChg chg="add mod">
          <ac:chgData name="Sara Tanovic" userId="f353ab82-bd92-4c89-8251-9c3370876dd6" providerId="ADAL" clId="{A198CD69-D5D8-56AF-90B6-93679EEDCE1D}" dt="2026-03-17T17:08:06.449" v="1790" actId="1076"/>
          <ac:picMkLst>
            <pc:docMk/>
            <pc:sldMk cId="3707128991" sldId="277"/>
            <ac:picMk id="11" creationId="{67C68422-121B-52BB-4116-3AFF4640CEE2}"/>
          </ac:picMkLst>
        </pc:picChg>
        <pc:picChg chg="add mod">
          <ac:chgData name="Sara Tanovic" userId="f353ab82-bd92-4c89-8251-9c3370876dd6" providerId="ADAL" clId="{A198CD69-D5D8-56AF-90B6-93679EEDCE1D}" dt="2026-03-17T17:08:06.449" v="1790" actId="1076"/>
          <ac:picMkLst>
            <pc:docMk/>
            <pc:sldMk cId="3707128991" sldId="277"/>
            <ac:picMk id="14" creationId="{52796AAF-3250-0B13-6068-47D4F1B049F5}"/>
          </ac:picMkLst>
        </pc:picChg>
        <pc:cxnChg chg="add mod">
          <ac:chgData name="Sara Tanovic" userId="f353ab82-bd92-4c89-8251-9c3370876dd6" providerId="ADAL" clId="{A198CD69-D5D8-56AF-90B6-93679EEDCE1D}" dt="2026-03-17T17:08:06.449" v="1790" actId="1076"/>
          <ac:cxnSpMkLst>
            <pc:docMk/>
            <pc:sldMk cId="3707128991" sldId="277"/>
            <ac:cxnSpMk id="12" creationId="{A36A5FFF-C06E-32F1-4BB7-A9EAB04FFA07}"/>
          </ac:cxnSpMkLst>
        </pc:cxnChg>
        <pc:cxnChg chg="add mod">
          <ac:chgData name="Sara Tanovic" userId="f353ab82-bd92-4c89-8251-9c3370876dd6" providerId="ADAL" clId="{A198CD69-D5D8-56AF-90B6-93679EEDCE1D}" dt="2026-03-17T17:08:06.449" v="1790" actId="1076"/>
          <ac:cxnSpMkLst>
            <pc:docMk/>
            <pc:sldMk cId="3707128991" sldId="277"/>
            <ac:cxnSpMk id="13" creationId="{B1767989-F89F-9F19-C313-5A2B62AD55C9}"/>
          </ac:cxnSpMkLst>
        </pc:cxnChg>
        <pc:cxnChg chg="add mod">
          <ac:chgData name="Sara Tanovic" userId="f353ab82-bd92-4c89-8251-9c3370876dd6" providerId="ADAL" clId="{A198CD69-D5D8-56AF-90B6-93679EEDCE1D}" dt="2026-03-17T17:08:32.883" v="1799" actId="14100"/>
          <ac:cxnSpMkLst>
            <pc:docMk/>
            <pc:sldMk cId="3707128991" sldId="277"/>
            <ac:cxnSpMk id="15" creationId="{85BE90D2-7699-97EA-DD8A-E387C85C5B52}"/>
          </ac:cxnSpMkLst>
        </pc:cxnChg>
        <pc:cxnChg chg="add mod">
          <ac:chgData name="Sara Tanovic" userId="f353ab82-bd92-4c89-8251-9c3370876dd6" providerId="ADAL" clId="{A198CD69-D5D8-56AF-90B6-93679EEDCE1D}" dt="2026-03-17T17:08:36.566" v="1802" actId="14100"/>
          <ac:cxnSpMkLst>
            <pc:docMk/>
            <pc:sldMk cId="3707128991" sldId="277"/>
            <ac:cxnSpMk id="18" creationId="{B8E7EF3F-2FCF-3DEC-AD17-8BA4773A1300}"/>
          </ac:cxnSpMkLst>
        </pc:cxnChg>
        <pc:cxnChg chg="add mod">
          <ac:chgData name="Sara Tanovic" userId="f353ab82-bd92-4c89-8251-9c3370876dd6" providerId="ADAL" clId="{A198CD69-D5D8-56AF-90B6-93679EEDCE1D}" dt="2026-03-17T17:08:39.854" v="1805" actId="14100"/>
          <ac:cxnSpMkLst>
            <pc:docMk/>
            <pc:sldMk cId="3707128991" sldId="277"/>
            <ac:cxnSpMk id="21" creationId="{2788B2ED-2848-3084-974B-9E3B11BC8842}"/>
          </ac:cxnSpMkLst>
        </pc:cxnChg>
        <pc:cxnChg chg="add mod">
          <ac:chgData name="Sara Tanovic" userId="f353ab82-bd92-4c89-8251-9c3370876dd6" providerId="ADAL" clId="{A198CD69-D5D8-56AF-90B6-93679EEDCE1D}" dt="2026-03-17T17:08:45.866" v="1808" actId="14100"/>
          <ac:cxnSpMkLst>
            <pc:docMk/>
            <pc:sldMk cId="3707128991" sldId="277"/>
            <ac:cxnSpMk id="24" creationId="{865C7D7B-6C45-A239-1034-21AE096A56CE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3355622107" sldId="278"/>
        </pc:sldMkLst>
        <pc:picChg chg="add">
          <ac:chgData name="Sara Tanovic" userId="f353ab82-bd92-4c89-8251-9c3370876dd6" providerId="ADAL" clId="{A198CD69-D5D8-56AF-90B6-93679EEDCE1D}" dt="2026-03-16T16:17:15.690" v="83"/>
          <ac:picMkLst>
            <pc:docMk/>
            <pc:sldMk cId="3355622107" sldId="278"/>
            <ac:picMk id="2" creationId="{05597E9D-80EE-CAFB-EB92-4164A18923C3}"/>
          </ac:picMkLst>
        </pc:picChg>
        <pc:picChg chg="add mod">
          <ac:chgData name="Sara Tanovic" userId="f353ab82-bd92-4c89-8251-9c3370876dd6" providerId="ADAL" clId="{A198CD69-D5D8-56AF-90B6-93679EEDCE1D}" dt="2026-03-16T16:17:20.240" v="85" actId="1076"/>
          <ac:picMkLst>
            <pc:docMk/>
            <pc:sldMk cId="3355622107" sldId="278"/>
            <ac:picMk id="3" creationId="{06B004D9-4FD1-8A5A-C544-DC3165F1FA8F}"/>
          </ac:picMkLst>
        </pc:picChg>
        <pc:picChg chg="add mod">
          <ac:chgData name="Sara Tanovic" userId="f353ab82-bd92-4c89-8251-9c3370876dd6" providerId="ADAL" clId="{A198CD69-D5D8-56AF-90B6-93679EEDCE1D}" dt="2026-03-16T16:17:24.391" v="87" actId="1076"/>
          <ac:picMkLst>
            <pc:docMk/>
            <pc:sldMk cId="3355622107" sldId="278"/>
            <ac:picMk id="5" creationId="{6CE45358-493E-621B-4C42-C31DB12D15C8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7:07:30.565" v="1782" actId="478"/>
        <pc:sldMkLst>
          <pc:docMk/>
          <pc:sldMk cId="3503489658" sldId="279"/>
        </pc:sldMkLst>
        <pc:picChg chg="add del mod">
          <ac:chgData name="Sara Tanovic" userId="f353ab82-bd92-4c89-8251-9c3370876dd6" providerId="ADAL" clId="{A198CD69-D5D8-56AF-90B6-93679EEDCE1D}" dt="2026-03-17T17:06:21.399" v="1756" actId="478"/>
          <ac:picMkLst>
            <pc:docMk/>
            <pc:sldMk cId="3503489658" sldId="279"/>
            <ac:picMk id="3" creationId="{E79C395D-5A5F-165F-1514-4289B4E1FADF}"/>
          </ac:picMkLst>
        </pc:picChg>
        <pc:picChg chg="add del mod">
          <ac:chgData name="Sara Tanovic" userId="f353ab82-bd92-4c89-8251-9c3370876dd6" providerId="ADAL" clId="{A198CD69-D5D8-56AF-90B6-93679EEDCE1D}" dt="2026-03-17T17:06:21.399" v="1756" actId="478"/>
          <ac:picMkLst>
            <pc:docMk/>
            <pc:sldMk cId="3503489658" sldId="279"/>
            <ac:picMk id="4" creationId="{B9856B6D-0E7B-0B3C-03BB-4D6F1DF212E3}"/>
          </ac:picMkLst>
        </pc:picChg>
        <pc:picChg chg="add del mod">
          <ac:chgData name="Sara Tanovic" userId="f353ab82-bd92-4c89-8251-9c3370876dd6" providerId="ADAL" clId="{A198CD69-D5D8-56AF-90B6-93679EEDCE1D}" dt="2026-03-17T17:06:21.399" v="1756" actId="478"/>
          <ac:picMkLst>
            <pc:docMk/>
            <pc:sldMk cId="3503489658" sldId="279"/>
            <ac:picMk id="5" creationId="{54C030AA-0514-E16D-2E48-CC1BCA5E241B}"/>
          </ac:picMkLst>
        </pc:picChg>
        <pc:picChg chg="add mod">
          <ac:chgData name="Sara Tanovic" userId="f353ab82-bd92-4c89-8251-9c3370876dd6" providerId="ADAL" clId="{A198CD69-D5D8-56AF-90B6-93679EEDCE1D}" dt="2026-03-17T17:06:39.831" v="1759" actId="1076"/>
          <ac:picMkLst>
            <pc:docMk/>
            <pc:sldMk cId="3503489658" sldId="279"/>
            <ac:picMk id="6" creationId="{3B77A0EF-A415-C525-8C26-99B76BD28A9C}"/>
          </ac:picMkLst>
        </pc:picChg>
        <pc:picChg chg="add mod">
          <ac:chgData name="Sara Tanovic" userId="f353ab82-bd92-4c89-8251-9c3370876dd6" providerId="ADAL" clId="{A198CD69-D5D8-56AF-90B6-93679EEDCE1D}" dt="2026-03-17T17:06:35.182" v="1758" actId="1076"/>
          <ac:picMkLst>
            <pc:docMk/>
            <pc:sldMk cId="3503489658" sldId="279"/>
            <ac:picMk id="7" creationId="{E1A6D99E-396D-1CA4-B90B-CE4C5B5458E5}"/>
          </ac:picMkLst>
        </pc:picChg>
        <pc:picChg chg="add mod">
          <ac:chgData name="Sara Tanovic" userId="f353ab82-bd92-4c89-8251-9c3370876dd6" providerId="ADAL" clId="{A198CD69-D5D8-56AF-90B6-93679EEDCE1D}" dt="2026-03-17T17:06:45.482" v="1760" actId="1076"/>
          <ac:picMkLst>
            <pc:docMk/>
            <pc:sldMk cId="3503489658" sldId="279"/>
            <ac:picMk id="8" creationId="{F6E63DB7-38EA-9C3A-F70E-8CE3526C9F75}"/>
          </ac:picMkLst>
        </pc:picChg>
        <pc:picChg chg="add mod">
          <ac:chgData name="Sara Tanovic" userId="f353ab82-bd92-4c89-8251-9c3370876dd6" providerId="ADAL" clId="{A198CD69-D5D8-56AF-90B6-93679EEDCE1D}" dt="2026-03-17T17:06:49.315" v="1761" actId="1076"/>
          <ac:picMkLst>
            <pc:docMk/>
            <pc:sldMk cId="3503489658" sldId="279"/>
            <ac:picMk id="9" creationId="{9B9DF96D-03A1-4783-A142-4EA8B825FC78}"/>
          </ac:picMkLst>
        </pc:picChg>
        <pc:picChg chg="add mod">
          <ac:chgData name="Sara Tanovic" userId="f353ab82-bd92-4c89-8251-9c3370876dd6" providerId="ADAL" clId="{A198CD69-D5D8-56AF-90B6-93679EEDCE1D}" dt="2026-03-17T17:06:26.565" v="1757" actId="1076"/>
          <ac:picMkLst>
            <pc:docMk/>
            <pc:sldMk cId="3503489658" sldId="279"/>
            <ac:picMk id="10" creationId="{3868E46D-FF72-E97E-3C0B-33B6DA86377C}"/>
          </ac:picMkLst>
        </pc:picChg>
        <pc:picChg chg="add mod">
          <ac:chgData name="Sara Tanovic" userId="f353ab82-bd92-4c89-8251-9c3370876dd6" providerId="ADAL" clId="{A198CD69-D5D8-56AF-90B6-93679EEDCE1D}" dt="2026-03-17T17:06:26.565" v="1757" actId="1076"/>
          <ac:picMkLst>
            <pc:docMk/>
            <pc:sldMk cId="3503489658" sldId="279"/>
            <ac:picMk id="11" creationId="{D59851C7-9C9B-1D5E-B102-9D9A615A8D0B}"/>
          </ac:picMkLst>
        </pc:picChg>
        <pc:picChg chg="add del mod">
          <ac:chgData name="Sara Tanovic" userId="f353ab82-bd92-4c89-8251-9c3370876dd6" providerId="ADAL" clId="{A198CD69-D5D8-56AF-90B6-93679EEDCE1D}" dt="2026-03-17T17:07:30.565" v="1782" actId="478"/>
          <ac:picMkLst>
            <pc:docMk/>
            <pc:sldMk cId="3503489658" sldId="279"/>
            <ac:picMk id="12" creationId="{D207DE23-5684-0CB0-D73E-4C82BDDF22E2}"/>
          </ac:picMkLst>
        </pc:picChg>
        <pc:picChg chg="add del mod">
          <ac:chgData name="Sara Tanovic" userId="f353ab82-bd92-4c89-8251-9c3370876dd6" providerId="ADAL" clId="{A198CD69-D5D8-56AF-90B6-93679EEDCE1D}" dt="2026-03-17T17:07:30.565" v="1782" actId="478"/>
          <ac:picMkLst>
            <pc:docMk/>
            <pc:sldMk cId="3503489658" sldId="279"/>
            <ac:picMk id="13" creationId="{D0B411E5-8ADB-9A18-E93F-91EA9A2A6A91}"/>
          </ac:picMkLst>
        </pc:picChg>
        <pc:picChg chg="add del mod">
          <ac:chgData name="Sara Tanovic" userId="f353ab82-bd92-4c89-8251-9c3370876dd6" providerId="ADAL" clId="{A198CD69-D5D8-56AF-90B6-93679EEDCE1D}" dt="2026-03-17T17:07:30.565" v="1782" actId="478"/>
          <ac:picMkLst>
            <pc:docMk/>
            <pc:sldMk cId="3503489658" sldId="279"/>
            <ac:picMk id="14" creationId="{A728484B-03F1-CE60-1221-65FAA8461643}"/>
          </ac:picMkLst>
        </pc:picChg>
        <pc:picChg chg="add del mod">
          <ac:chgData name="Sara Tanovic" userId="f353ab82-bd92-4c89-8251-9c3370876dd6" providerId="ADAL" clId="{A198CD69-D5D8-56AF-90B6-93679EEDCE1D}" dt="2026-03-17T17:07:30.565" v="1782" actId="478"/>
          <ac:picMkLst>
            <pc:docMk/>
            <pc:sldMk cId="3503489658" sldId="279"/>
            <ac:picMk id="15" creationId="{23156F88-F68F-962E-3275-74659E3E3025}"/>
          </ac:picMkLst>
        </pc:picChg>
        <pc:picChg chg="add mod">
          <ac:chgData name="Sara Tanovic" userId="f353ab82-bd92-4c89-8251-9c3370876dd6" providerId="ADAL" clId="{A198CD69-D5D8-56AF-90B6-93679EEDCE1D}" dt="2026-03-17T17:06:26.565" v="1757" actId="1076"/>
          <ac:picMkLst>
            <pc:docMk/>
            <pc:sldMk cId="3503489658" sldId="279"/>
            <ac:picMk id="22" creationId="{50C6F9D3-13C3-77AE-ADE2-CEAC80452E51}"/>
          </ac:picMkLst>
        </pc:picChg>
        <pc:cxnChg chg="mod">
          <ac:chgData name="Sara Tanovic" userId="f353ab82-bd92-4c89-8251-9c3370876dd6" providerId="ADAL" clId="{A198CD69-D5D8-56AF-90B6-93679EEDCE1D}" dt="2026-03-17T17:06:26.565" v="1757" actId="1076"/>
          <ac:cxnSpMkLst>
            <pc:docMk/>
            <pc:sldMk cId="3503489658" sldId="279"/>
            <ac:cxnSpMk id="16" creationId="{F1817C6E-53EB-8078-DDA5-7373B46A5F48}"/>
          </ac:cxnSpMkLst>
        </pc:cxnChg>
        <pc:cxnChg chg="add mod">
          <ac:chgData name="Sara Tanovic" userId="f353ab82-bd92-4c89-8251-9c3370876dd6" providerId="ADAL" clId="{A198CD69-D5D8-56AF-90B6-93679EEDCE1D}" dt="2026-03-17T17:06:26.565" v="1757" actId="1076"/>
          <ac:cxnSpMkLst>
            <pc:docMk/>
            <pc:sldMk cId="3503489658" sldId="279"/>
            <ac:cxnSpMk id="17" creationId="{BD49761D-1393-0D03-0898-DE638992C234}"/>
          </ac:cxnSpMkLst>
        </pc:cxnChg>
        <pc:cxnChg chg="add mod">
          <ac:chgData name="Sara Tanovic" userId="f353ab82-bd92-4c89-8251-9c3370876dd6" providerId="ADAL" clId="{A198CD69-D5D8-56AF-90B6-93679EEDCE1D}" dt="2026-03-17T17:06:58.815" v="1763" actId="14100"/>
          <ac:cxnSpMkLst>
            <pc:docMk/>
            <pc:sldMk cId="3503489658" sldId="279"/>
            <ac:cxnSpMk id="18" creationId="{8026F8FA-D8D9-AC60-D5DD-0565A999BB1F}"/>
          </ac:cxnSpMkLst>
        </pc:cxnChg>
        <pc:cxnChg chg="add del mod">
          <ac:chgData name="Sara Tanovic" userId="f353ab82-bd92-4c89-8251-9c3370876dd6" providerId="ADAL" clId="{A198CD69-D5D8-56AF-90B6-93679EEDCE1D}" dt="2026-03-17T17:07:10.921" v="1771" actId="478"/>
          <ac:cxnSpMkLst>
            <pc:docMk/>
            <pc:sldMk cId="3503489658" sldId="279"/>
            <ac:cxnSpMk id="19" creationId="{37222CAA-ED8B-61E0-DAEE-B8EA1F219D6F}"/>
          </ac:cxnSpMkLst>
        </pc:cxnChg>
        <pc:cxnChg chg="del mod">
          <ac:chgData name="Sara Tanovic" userId="f353ab82-bd92-4c89-8251-9c3370876dd6" providerId="ADAL" clId="{A198CD69-D5D8-56AF-90B6-93679EEDCE1D}" dt="2026-03-17T17:07:30.565" v="1782" actId="478"/>
          <ac:cxnSpMkLst>
            <pc:docMk/>
            <pc:sldMk cId="3503489658" sldId="279"/>
            <ac:cxnSpMk id="20" creationId="{BABA7950-847E-E224-6E5E-F00B29B3B9E4}"/>
          </ac:cxnSpMkLst>
        </pc:cxnChg>
        <pc:cxnChg chg="del mod">
          <ac:chgData name="Sara Tanovic" userId="f353ab82-bd92-4c89-8251-9c3370876dd6" providerId="ADAL" clId="{A198CD69-D5D8-56AF-90B6-93679EEDCE1D}" dt="2026-03-17T17:07:30.565" v="1782" actId="478"/>
          <ac:cxnSpMkLst>
            <pc:docMk/>
            <pc:sldMk cId="3503489658" sldId="279"/>
            <ac:cxnSpMk id="21" creationId="{C72A40C4-9803-5F39-6151-3DFBEA17C422}"/>
          </ac:cxnSpMkLst>
        </pc:cxnChg>
        <pc:cxnChg chg="add mod">
          <ac:chgData name="Sara Tanovic" userId="f353ab82-bd92-4c89-8251-9c3370876dd6" providerId="ADAL" clId="{A198CD69-D5D8-56AF-90B6-93679EEDCE1D}" dt="2026-03-17T17:07:16.532" v="1774" actId="14100"/>
          <ac:cxnSpMkLst>
            <pc:docMk/>
            <pc:sldMk cId="3503489658" sldId="279"/>
            <ac:cxnSpMk id="27" creationId="{1DB03CDD-B30C-1697-244F-8F2C4E070182}"/>
          </ac:cxnSpMkLst>
        </pc:cxnChg>
        <pc:cxnChg chg="add mod">
          <ac:chgData name="Sara Tanovic" userId="f353ab82-bd92-4c89-8251-9c3370876dd6" providerId="ADAL" clId="{A198CD69-D5D8-56AF-90B6-93679EEDCE1D}" dt="2026-03-17T17:07:24.400" v="1778" actId="14100"/>
          <ac:cxnSpMkLst>
            <pc:docMk/>
            <pc:sldMk cId="3503489658" sldId="279"/>
            <ac:cxnSpMk id="30" creationId="{78562062-A9B6-A946-4082-948759409377}"/>
          </ac:cxnSpMkLst>
        </pc:cxnChg>
        <pc:cxnChg chg="add mod">
          <ac:chgData name="Sara Tanovic" userId="f353ab82-bd92-4c89-8251-9c3370876dd6" providerId="ADAL" clId="{A198CD69-D5D8-56AF-90B6-93679EEDCE1D}" dt="2026-03-17T17:07:28.249" v="1781" actId="14100"/>
          <ac:cxnSpMkLst>
            <pc:docMk/>
            <pc:sldMk cId="3503489658" sldId="279"/>
            <ac:cxnSpMk id="33" creationId="{4AB7C35E-2559-C318-FF30-B8DAC69EF401}"/>
          </ac:cxnSpMkLst>
        </pc:cxnChg>
      </pc:sldChg>
      <pc:sldChg chg="addSp del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3444251895" sldId="280"/>
        </pc:sldMkLst>
        <pc:picChg chg="add mod">
          <ac:chgData name="Sara Tanovic" userId="f353ab82-bd92-4c89-8251-9c3370876dd6" providerId="ADAL" clId="{A198CD69-D5D8-56AF-90B6-93679EEDCE1D}" dt="2026-03-16T16:17:40.376" v="89" actId="1076"/>
          <ac:picMkLst>
            <pc:docMk/>
            <pc:sldMk cId="3444251895" sldId="280"/>
            <ac:picMk id="3" creationId="{4C9F183F-86EF-8499-36C1-D9477156B82D}"/>
          </ac:picMkLst>
        </pc:picChg>
        <pc:picChg chg="add mod">
          <ac:chgData name="Sara Tanovic" userId="f353ab82-bd92-4c89-8251-9c3370876dd6" providerId="ADAL" clId="{A198CD69-D5D8-56AF-90B6-93679EEDCE1D}" dt="2026-03-16T16:17:45.257" v="91" actId="1076"/>
          <ac:picMkLst>
            <pc:docMk/>
            <pc:sldMk cId="3444251895" sldId="280"/>
            <ac:picMk id="4" creationId="{FA337C9E-E0F4-F014-2B80-CE932ED250E0}"/>
          </ac:picMkLst>
        </pc:picChg>
        <pc:picChg chg="add">
          <ac:chgData name="Sara Tanovic" userId="f353ab82-bd92-4c89-8251-9c3370876dd6" providerId="ADAL" clId="{A198CD69-D5D8-56AF-90B6-93679EEDCE1D}" dt="2026-03-16T16:17:48.274" v="92"/>
          <ac:picMkLst>
            <pc:docMk/>
            <pc:sldMk cId="3444251895" sldId="280"/>
            <ac:picMk id="5" creationId="{4E5A1907-75FC-6B63-B3B1-FB7D178BBDFB}"/>
          </ac:picMkLst>
        </pc:picChg>
        <pc:picChg chg="add del mod">
          <ac:chgData name="Sara Tanovic" userId="f353ab82-bd92-4c89-8251-9c3370876dd6" providerId="ADAL" clId="{A198CD69-D5D8-56AF-90B6-93679EEDCE1D}" dt="2026-03-17T17:04:50.497" v="1741" actId="478"/>
          <ac:picMkLst>
            <pc:docMk/>
            <pc:sldMk cId="3444251895" sldId="280"/>
            <ac:picMk id="6" creationId="{17806A64-9D0B-F0AC-103D-0A84D1CD60FF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7:05:39.298" v="1750" actId="1076"/>
        <pc:sldMkLst>
          <pc:docMk/>
          <pc:sldMk cId="3135844689" sldId="281"/>
        </pc:sldMkLst>
        <pc:picChg chg="add del mod">
          <ac:chgData name="Sara Tanovic" userId="f353ab82-bd92-4c89-8251-9c3370876dd6" providerId="ADAL" clId="{A198CD69-D5D8-56AF-90B6-93679EEDCE1D}" dt="2026-03-17T17:04:41.441" v="1738" actId="478"/>
          <ac:picMkLst>
            <pc:docMk/>
            <pc:sldMk cId="3135844689" sldId="281"/>
            <ac:picMk id="3" creationId="{A91F3F07-D292-5FF1-EC19-C8E68DEE96A4}"/>
          </ac:picMkLst>
        </pc:picChg>
        <pc:picChg chg="add del mod">
          <ac:chgData name="Sara Tanovic" userId="f353ab82-bd92-4c89-8251-9c3370876dd6" providerId="ADAL" clId="{A198CD69-D5D8-56AF-90B6-93679EEDCE1D}" dt="2026-03-17T17:04:41.441" v="1738" actId="478"/>
          <ac:picMkLst>
            <pc:docMk/>
            <pc:sldMk cId="3135844689" sldId="281"/>
            <ac:picMk id="4" creationId="{79C73977-223C-77D0-472E-324FAF2D036F}"/>
          </ac:picMkLst>
        </pc:picChg>
        <pc:picChg chg="add del mod">
          <ac:chgData name="Sara Tanovic" userId="f353ab82-bd92-4c89-8251-9c3370876dd6" providerId="ADAL" clId="{A198CD69-D5D8-56AF-90B6-93679EEDCE1D}" dt="2026-03-17T17:04:41.441" v="1738" actId="478"/>
          <ac:picMkLst>
            <pc:docMk/>
            <pc:sldMk cId="3135844689" sldId="281"/>
            <ac:picMk id="5" creationId="{0F2A2339-D09F-E3C3-D74D-C436009D7027}"/>
          </ac:picMkLst>
        </pc:picChg>
        <pc:picChg chg="add del mod">
          <ac:chgData name="Sara Tanovic" userId="f353ab82-bd92-4c89-8251-9c3370876dd6" providerId="ADAL" clId="{A198CD69-D5D8-56AF-90B6-93679EEDCE1D}" dt="2026-03-17T17:04:41.441" v="1738" actId="478"/>
          <ac:picMkLst>
            <pc:docMk/>
            <pc:sldMk cId="3135844689" sldId="281"/>
            <ac:picMk id="9" creationId="{A4944B78-A38D-3012-300D-48EDAE934593}"/>
          </ac:picMkLst>
        </pc:picChg>
        <pc:picChg chg="add del mod">
          <ac:chgData name="Sara Tanovic" userId="f353ab82-bd92-4c89-8251-9c3370876dd6" providerId="ADAL" clId="{A198CD69-D5D8-56AF-90B6-93679EEDCE1D}" dt="2026-03-17T17:04:41.441" v="1738" actId="478"/>
          <ac:picMkLst>
            <pc:docMk/>
            <pc:sldMk cId="3135844689" sldId="281"/>
            <ac:picMk id="10" creationId="{409E3BDC-317A-A4CE-EEF7-CFF41076008B}"/>
          </ac:picMkLst>
        </pc:picChg>
        <pc:picChg chg="add del mod">
          <ac:chgData name="Sara Tanovic" userId="f353ab82-bd92-4c89-8251-9c3370876dd6" providerId="ADAL" clId="{A198CD69-D5D8-56AF-90B6-93679EEDCE1D}" dt="2026-03-17T17:04:41.441" v="1738" actId="478"/>
          <ac:picMkLst>
            <pc:docMk/>
            <pc:sldMk cId="3135844689" sldId="281"/>
            <ac:picMk id="11" creationId="{EBDA4BEE-A0F8-A30A-E3E8-0DF944C092D4}"/>
          </ac:picMkLst>
        </pc:picChg>
        <pc:picChg chg="add del mod">
          <ac:chgData name="Sara Tanovic" userId="f353ab82-bd92-4c89-8251-9c3370876dd6" providerId="ADAL" clId="{A198CD69-D5D8-56AF-90B6-93679EEDCE1D}" dt="2026-03-17T17:04:41.441" v="1738" actId="478"/>
          <ac:picMkLst>
            <pc:docMk/>
            <pc:sldMk cId="3135844689" sldId="281"/>
            <ac:picMk id="12" creationId="{4898DAFC-A902-6055-A325-9192481CEFCB}"/>
          </ac:picMkLst>
        </pc:picChg>
        <pc:picChg chg="add mod">
          <ac:chgData name="Sara Tanovic" userId="f353ab82-bd92-4c89-8251-9c3370876dd6" providerId="ADAL" clId="{A198CD69-D5D8-56AF-90B6-93679EEDCE1D}" dt="2026-03-17T17:04:41.829" v="1739"/>
          <ac:picMkLst>
            <pc:docMk/>
            <pc:sldMk cId="3135844689" sldId="281"/>
            <ac:picMk id="13" creationId="{D4A7AA0E-2ADC-28D3-1EF5-4B22B9135362}"/>
          </ac:picMkLst>
        </pc:picChg>
        <pc:picChg chg="add mod">
          <ac:chgData name="Sara Tanovic" userId="f353ab82-bd92-4c89-8251-9c3370876dd6" providerId="ADAL" clId="{A198CD69-D5D8-56AF-90B6-93679EEDCE1D}" dt="2026-03-17T17:04:41.829" v="1739"/>
          <ac:picMkLst>
            <pc:docMk/>
            <pc:sldMk cId="3135844689" sldId="281"/>
            <ac:picMk id="14" creationId="{B96477B8-5A7C-F1E0-ADB9-0D11C5A6BF7A}"/>
          </ac:picMkLst>
        </pc:picChg>
        <pc:picChg chg="add del mod">
          <ac:chgData name="Sara Tanovic" userId="f353ab82-bd92-4c89-8251-9c3370876dd6" providerId="ADAL" clId="{A198CD69-D5D8-56AF-90B6-93679EEDCE1D}" dt="2026-03-17T17:05:35.972" v="1749" actId="478"/>
          <ac:picMkLst>
            <pc:docMk/>
            <pc:sldMk cId="3135844689" sldId="281"/>
            <ac:picMk id="15" creationId="{8144871A-43E6-79B8-7007-B7FD010705DF}"/>
          </ac:picMkLst>
        </pc:picChg>
        <pc:picChg chg="add mod">
          <ac:chgData name="Sara Tanovic" userId="f353ab82-bd92-4c89-8251-9c3370876dd6" providerId="ADAL" clId="{A198CD69-D5D8-56AF-90B6-93679EEDCE1D}" dt="2026-03-17T17:04:41.829" v="1739"/>
          <ac:picMkLst>
            <pc:docMk/>
            <pc:sldMk cId="3135844689" sldId="281"/>
            <ac:picMk id="16" creationId="{4DD518A0-26CC-0EE2-5E94-18351A8A1C19}"/>
          </ac:picMkLst>
        </pc:picChg>
        <pc:picChg chg="add mod">
          <ac:chgData name="Sara Tanovic" userId="f353ab82-bd92-4c89-8251-9c3370876dd6" providerId="ADAL" clId="{A198CD69-D5D8-56AF-90B6-93679EEDCE1D}" dt="2026-03-17T17:04:41.829" v="1739"/>
          <ac:picMkLst>
            <pc:docMk/>
            <pc:sldMk cId="3135844689" sldId="281"/>
            <ac:picMk id="17" creationId="{00166DB2-E1E1-C94D-9E90-DD33E8A9B07D}"/>
          </ac:picMkLst>
        </pc:picChg>
        <pc:picChg chg="add mod">
          <ac:chgData name="Sara Tanovic" userId="f353ab82-bd92-4c89-8251-9c3370876dd6" providerId="ADAL" clId="{A198CD69-D5D8-56AF-90B6-93679EEDCE1D}" dt="2026-03-17T17:04:41.829" v="1739"/>
          <ac:picMkLst>
            <pc:docMk/>
            <pc:sldMk cId="3135844689" sldId="281"/>
            <ac:picMk id="18" creationId="{128035DC-B850-0685-7BD2-41A2E3FB23D6}"/>
          </ac:picMkLst>
        </pc:picChg>
        <pc:picChg chg="add mod">
          <ac:chgData name="Sara Tanovic" userId="f353ab82-bd92-4c89-8251-9c3370876dd6" providerId="ADAL" clId="{A198CD69-D5D8-56AF-90B6-93679EEDCE1D}" dt="2026-03-17T17:04:41.829" v="1739"/>
          <ac:picMkLst>
            <pc:docMk/>
            <pc:sldMk cId="3135844689" sldId="281"/>
            <ac:picMk id="19" creationId="{57D068C3-6A80-D735-9DCA-D5C5533E72B3}"/>
          </ac:picMkLst>
        </pc:picChg>
        <pc:picChg chg="add mod modCrop">
          <ac:chgData name="Sara Tanovic" userId="f353ab82-bd92-4c89-8251-9c3370876dd6" providerId="ADAL" clId="{A198CD69-D5D8-56AF-90B6-93679EEDCE1D}" dt="2026-03-17T17:05:39.298" v="1750" actId="1076"/>
          <ac:picMkLst>
            <pc:docMk/>
            <pc:sldMk cId="3135844689" sldId="281"/>
            <ac:picMk id="26" creationId="{9768F3E6-6C34-139E-2DD2-D00518FC9982}"/>
          </ac:picMkLst>
        </pc:picChg>
        <pc:cxnChg chg="add mod">
          <ac:chgData name="Sara Tanovic" userId="f353ab82-bd92-4c89-8251-9c3370876dd6" providerId="ADAL" clId="{A198CD69-D5D8-56AF-90B6-93679EEDCE1D}" dt="2026-03-17T17:05:35.972" v="1749" actId="478"/>
          <ac:cxnSpMkLst>
            <pc:docMk/>
            <pc:sldMk cId="3135844689" sldId="281"/>
            <ac:cxnSpMk id="21" creationId="{FD712F34-F81C-49E7-0B03-41F97B1B0E25}"/>
          </ac:cxnSpMkLst>
        </pc:cxnChg>
        <pc:cxnChg chg="add mod">
          <ac:chgData name="Sara Tanovic" userId="f353ab82-bd92-4c89-8251-9c3370876dd6" providerId="ADAL" clId="{A198CD69-D5D8-56AF-90B6-93679EEDCE1D}" dt="2026-03-17T17:04:41.829" v="1739"/>
          <ac:cxnSpMkLst>
            <pc:docMk/>
            <pc:sldMk cId="3135844689" sldId="281"/>
            <ac:cxnSpMk id="22" creationId="{DE3D53BF-3647-7E9B-72F2-C55B85A5FD17}"/>
          </ac:cxnSpMkLst>
        </pc:cxnChg>
        <pc:cxnChg chg="add mod">
          <ac:chgData name="Sara Tanovic" userId="f353ab82-bd92-4c89-8251-9c3370876dd6" providerId="ADAL" clId="{A198CD69-D5D8-56AF-90B6-93679EEDCE1D}" dt="2026-03-17T17:04:41.829" v="1739"/>
          <ac:cxnSpMkLst>
            <pc:docMk/>
            <pc:sldMk cId="3135844689" sldId="281"/>
            <ac:cxnSpMk id="24" creationId="{F9DF1D5A-8B60-497D-894F-EDB404B207D3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4071085693" sldId="282"/>
        </pc:sldMkLst>
        <pc:picChg chg="add mod">
          <ac:chgData name="Sara Tanovic" userId="f353ab82-bd92-4c89-8251-9c3370876dd6" providerId="ADAL" clId="{A198CD69-D5D8-56AF-90B6-93679EEDCE1D}" dt="2026-03-16T16:17:54.343" v="94" actId="1076"/>
          <ac:picMkLst>
            <pc:docMk/>
            <pc:sldMk cId="4071085693" sldId="282"/>
            <ac:picMk id="3" creationId="{2A64CF59-DAF0-A609-5527-BC0AE9DC689A}"/>
          </ac:picMkLst>
        </pc:picChg>
        <pc:picChg chg="add mod">
          <ac:chgData name="Sara Tanovic" userId="f353ab82-bd92-4c89-8251-9c3370876dd6" providerId="ADAL" clId="{A198CD69-D5D8-56AF-90B6-93679EEDCE1D}" dt="2026-03-16T16:17:58.456" v="96" actId="1076"/>
          <ac:picMkLst>
            <pc:docMk/>
            <pc:sldMk cId="4071085693" sldId="282"/>
            <ac:picMk id="4" creationId="{B59B8AEE-D684-A7C0-72BB-8480EFAC4242}"/>
          </ac:picMkLst>
        </pc:picChg>
        <pc:picChg chg="add">
          <ac:chgData name="Sara Tanovic" userId="f353ab82-bd92-4c89-8251-9c3370876dd6" providerId="ADAL" clId="{A198CD69-D5D8-56AF-90B6-93679EEDCE1D}" dt="2026-03-16T16:18:01.630" v="97"/>
          <ac:picMkLst>
            <pc:docMk/>
            <pc:sldMk cId="4071085693" sldId="282"/>
            <ac:picMk id="5" creationId="{F03517F6-1FD6-20CA-526F-86DEBE85F537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7:04:29.947" v="1737" actId="14100"/>
        <pc:sldMkLst>
          <pc:docMk/>
          <pc:sldMk cId="1676798756" sldId="283"/>
        </pc:sldMkLst>
        <pc:picChg chg="add mod">
          <ac:chgData name="Sara Tanovic" userId="f353ab82-bd92-4c89-8251-9c3370876dd6" providerId="ADAL" clId="{A198CD69-D5D8-56AF-90B6-93679EEDCE1D}" dt="2026-03-17T17:03:09.911" v="1687" actId="1582"/>
          <ac:picMkLst>
            <pc:docMk/>
            <pc:sldMk cId="1676798756" sldId="283"/>
            <ac:picMk id="3" creationId="{727D33DD-26F8-D296-BA18-9A1E367659A5}"/>
          </ac:picMkLst>
        </pc:picChg>
        <pc:picChg chg="add mod">
          <ac:chgData name="Sara Tanovic" userId="f353ab82-bd92-4c89-8251-9c3370876dd6" providerId="ADAL" clId="{A198CD69-D5D8-56AF-90B6-93679EEDCE1D}" dt="2026-03-17T17:03:26.745" v="1690" actId="1076"/>
          <ac:picMkLst>
            <pc:docMk/>
            <pc:sldMk cId="1676798756" sldId="283"/>
            <ac:picMk id="4" creationId="{BD822C06-FA06-0394-7C92-B94EE2B542C1}"/>
          </ac:picMkLst>
        </pc:picChg>
        <pc:picChg chg="add del mod">
          <ac:chgData name="Sara Tanovic" userId="f353ab82-bd92-4c89-8251-9c3370876dd6" providerId="ADAL" clId="{A198CD69-D5D8-56AF-90B6-93679EEDCE1D}" dt="2026-03-17T16:38:06.745" v="1283" actId="478"/>
          <ac:picMkLst>
            <pc:docMk/>
            <pc:sldMk cId="1676798756" sldId="283"/>
            <ac:picMk id="5" creationId="{1F831E8A-8BCD-E406-33CD-73439FFBE635}"/>
          </ac:picMkLst>
        </pc:picChg>
        <pc:picChg chg="add mod modCrop">
          <ac:chgData name="Sara Tanovic" userId="f353ab82-bd92-4c89-8251-9c3370876dd6" providerId="ADAL" clId="{A198CD69-D5D8-56AF-90B6-93679EEDCE1D}" dt="2026-03-17T17:03:30.862" v="1691" actId="1076"/>
          <ac:picMkLst>
            <pc:docMk/>
            <pc:sldMk cId="1676798756" sldId="283"/>
            <ac:picMk id="6" creationId="{6ACE22EA-7596-12A4-C97C-3A489008DCE2}"/>
          </ac:picMkLst>
        </pc:picChg>
        <pc:picChg chg="add mod">
          <ac:chgData name="Sara Tanovic" userId="f353ab82-bd92-4c89-8251-9c3370876dd6" providerId="ADAL" clId="{A198CD69-D5D8-56AF-90B6-93679EEDCE1D}" dt="2026-03-17T17:03:40.062" v="1694" actId="1076"/>
          <ac:picMkLst>
            <pc:docMk/>
            <pc:sldMk cId="1676798756" sldId="283"/>
            <ac:picMk id="7" creationId="{C967BF68-3A9F-B761-DF68-C0130B1D3A21}"/>
          </ac:picMkLst>
        </pc:picChg>
        <pc:picChg chg="add mod">
          <ac:chgData name="Sara Tanovic" userId="f353ab82-bd92-4c89-8251-9c3370876dd6" providerId="ADAL" clId="{A198CD69-D5D8-56AF-90B6-93679EEDCE1D}" dt="2026-03-17T17:04:19.153" v="1731" actId="1035"/>
          <ac:picMkLst>
            <pc:docMk/>
            <pc:sldMk cId="1676798756" sldId="283"/>
            <ac:picMk id="8" creationId="{C3E39EA4-53E1-23F3-9AD5-B389BFA69992}"/>
          </ac:picMkLst>
        </pc:picChg>
        <pc:picChg chg="add mod">
          <ac:chgData name="Sara Tanovic" userId="f353ab82-bd92-4c89-8251-9c3370876dd6" providerId="ADAL" clId="{A198CD69-D5D8-56AF-90B6-93679EEDCE1D}" dt="2026-03-17T17:03:51.400" v="1719" actId="1036"/>
          <ac:picMkLst>
            <pc:docMk/>
            <pc:sldMk cId="1676798756" sldId="283"/>
            <ac:picMk id="9" creationId="{DADF680E-FAE8-04D1-D393-DAF77BED2843}"/>
          </ac:picMkLst>
        </pc:picChg>
        <pc:picChg chg="add mod">
          <ac:chgData name="Sara Tanovic" userId="f353ab82-bd92-4c89-8251-9c3370876dd6" providerId="ADAL" clId="{A198CD69-D5D8-56AF-90B6-93679EEDCE1D}" dt="2026-03-17T17:03:51.400" v="1719" actId="1036"/>
          <ac:picMkLst>
            <pc:docMk/>
            <pc:sldMk cId="1676798756" sldId="283"/>
            <ac:picMk id="10" creationId="{891FB4C5-6622-30D6-44E8-9C707B87F926}"/>
          </ac:picMkLst>
        </pc:picChg>
        <pc:cxnChg chg="add mod">
          <ac:chgData name="Sara Tanovic" userId="f353ab82-bd92-4c89-8251-9c3370876dd6" providerId="ADAL" clId="{A198CD69-D5D8-56AF-90B6-93679EEDCE1D}" dt="2026-03-17T17:04:02.179" v="1723" actId="14100"/>
          <ac:cxnSpMkLst>
            <pc:docMk/>
            <pc:sldMk cId="1676798756" sldId="283"/>
            <ac:cxnSpMk id="11" creationId="{8E688E40-37C6-60DC-5062-7B658C217ADE}"/>
          </ac:cxnSpMkLst>
        </pc:cxnChg>
        <pc:cxnChg chg="add mod">
          <ac:chgData name="Sara Tanovic" userId="f353ab82-bd92-4c89-8251-9c3370876dd6" providerId="ADAL" clId="{A198CD69-D5D8-56AF-90B6-93679EEDCE1D}" dt="2026-03-17T17:03:57.763" v="1721" actId="14100"/>
          <ac:cxnSpMkLst>
            <pc:docMk/>
            <pc:sldMk cId="1676798756" sldId="283"/>
            <ac:cxnSpMk id="12" creationId="{2E807F91-65A7-144B-6D3B-573E689CB871}"/>
          </ac:cxnSpMkLst>
        </pc:cxnChg>
        <pc:cxnChg chg="add mod">
          <ac:chgData name="Sara Tanovic" userId="f353ab82-bd92-4c89-8251-9c3370876dd6" providerId="ADAL" clId="{A198CD69-D5D8-56AF-90B6-93679EEDCE1D}" dt="2026-03-17T17:04:08.896" v="1726" actId="14100"/>
          <ac:cxnSpMkLst>
            <pc:docMk/>
            <pc:sldMk cId="1676798756" sldId="283"/>
            <ac:cxnSpMk id="17" creationId="{C0EE52E0-CE1E-1FC5-C983-BAB2375C1417}"/>
          </ac:cxnSpMkLst>
        </pc:cxnChg>
        <pc:cxnChg chg="add mod">
          <ac:chgData name="Sara Tanovic" userId="f353ab82-bd92-4c89-8251-9c3370876dd6" providerId="ADAL" clId="{A198CD69-D5D8-56AF-90B6-93679EEDCE1D}" dt="2026-03-17T17:04:19.153" v="1731" actId="1035"/>
          <ac:cxnSpMkLst>
            <pc:docMk/>
            <pc:sldMk cId="1676798756" sldId="283"/>
            <ac:cxnSpMk id="20" creationId="{E6B4929A-FC5A-506C-D6E0-A74B4D045381}"/>
          </ac:cxnSpMkLst>
        </pc:cxnChg>
        <pc:cxnChg chg="add mod">
          <ac:chgData name="Sara Tanovic" userId="f353ab82-bd92-4c89-8251-9c3370876dd6" providerId="ADAL" clId="{A198CD69-D5D8-56AF-90B6-93679EEDCE1D}" dt="2026-03-17T17:04:25.913" v="1734" actId="14100"/>
          <ac:cxnSpMkLst>
            <pc:docMk/>
            <pc:sldMk cId="1676798756" sldId="283"/>
            <ac:cxnSpMk id="23" creationId="{1F24B78B-C991-1DD1-4291-A4B973457163}"/>
          </ac:cxnSpMkLst>
        </pc:cxnChg>
        <pc:cxnChg chg="add mod">
          <ac:chgData name="Sara Tanovic" userId="f353ab82-bd92-4c89-8251-9c3370876dd6" providerId="ADAL" clId="{A198CD69-D5D8-56AF-90B6-93679EEDCE1D}" dt="2026-03-17T17:04:29.947" v="1737" actId="14100"/>
          <ac:cxnSpMkLst>
            <pc:docMk/>
            <pc:sldMk cId="1676798756" sldId="283"/>
            <ac:cxnSpMk id="26" creationId="{A462A86F-060D-BA4F-A3E9-9A7C993DC0E7}"/>
          </ac:cxnSpMkLst>
        </pc:cxnChg>
      </pc:sldChg>
      <pc:sldChg chg="addSp del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1228417141" sldId="284"/>
        </pc:sldMkLst>
        <pc:picChg chg="add mod">
          <ac:chgData name="Sara Tanovic" userId="f353ab82-bd92-4c89-8251-9c3370876dd6" providerId="ADAL" clId="{A198CD69-D5D8-56AF-90B6-93679EEDCE1D}" dt="2026-03-16T16:18:11.673" v="99" actId="1076"/>
          <ac:picMkLst>
            <pc:docMk/>
            <pc:sldMk cId="1228417141" sldId="284"/>
            <ac:picMk id="3" creationId="{A9A7C89E-D246-AE8A-5C44-436DBA9D67DE}"/>
          </ac:picMkLst>
        </pc:picChg>
        <pc:picChg chg="add mod">
          <ac:chgData name="Sara Tanovic" userId="f353ab82-bd92-4c89-8251-9c3370876dd6" providerId="ADAL" clId="{A198CD69-D5D8-56AF-90B6-93679EEDCE1D}" dt="2026-03-16T16:18:16.490" v="101" actId="1076"/>
          <ac:picMkLst>
            <pc:docMk/>
            <pc:sldMk cId="1228417141" sldId="284"/>
            <ac:picMk id="4" creationId="{311F6CC1-1F63-CE60-034B-ECA91C0B4844}"/>
          </ac:picMkLst>
        </pc:picChg>
        <pc:picChg chg="add">
          <ac:chgData name="Sara Tanovic" userId="f353ab82-bd92-4c89-8251-9c3370876dd6" providerId="ADAL" clId="{A198CD69-D5D8-56AF-90B6-93679EEDCE1D}" dt="2026-03-16T16:18:19.430" v="102"/>
          <ac:picMkLst>
            <pc:docMk/>
            <pc:sldMk cId="1228417141" sldId="284"/>
            <ac:picMk id="5" creationId="{D3053D10-BB70-445D-C32A-BAEB8C75AA26}"/>
          </ac:picMkLst>
        </pc:picChg>
        <pc:picChg chg="add mod">
          <ac:chgData name="Sara Tanovic" userId="f353ab82-bd92-4c89-8251-9c3370876dd6" providerId="ADAL" clId="{A198CD69-D5D8-56AF-90B6-93679EEDCE1D}" dt="2026-03-16T16:18:23.589" v="104" actId="1076"/>
          <ac:picMkLst>
            <pc:docMk/>
            <pc:sldMk cId="1228417141" sldId="284"/>
            <ac:picMk id="6" creationId="{CB69D149-8B04-B4B8-29E6-5DFD99259541}"/>
          </ac:picMkLst>
        </pc:picChg>
        <pc:picChg chg="add del mod">
          <ac:chgData name="Sara Tanovic" userId="f353ab82-bd92-4c89-8251-9c3370876dd6" providerId="ADAL" clId="{A198CD69-D5D8-56AF-90B6-93679EEDCE1D}" dt="2026-03-17T16:41:18.667" v="1306" actId="478"/>
          <ac:picMkLst>
            <pc:docMk/>
            <pc:sldMk cId="1228417141" sldId="284"/>
            <ac:picMk id="7" creationId="{5B160D6D-5E7F-7925-A2D0-A0CDA77AF2D1}"/>
          </ac:picMkLst>
        </pc:picChg>
        <pc:picChg chg="add mod">
          <ac:chgData name="Sara Tanovic" userId="f353ab82-bd92-4c89-8251-9c3370876dd6" providerId="ADAL" clId="{A198CD69-D5D8-56AF-90B6-93679EEDCE1D}" dt="2026-03-17T16:41:20.526" v="1308" actId="1076"/>
          <ac:picMkLst>
            <pc:docMk/>
            <pc:sldMk cId="1228417141" sldId="284"/>
            <ac:picMk id="8" creationId="{86E44DF7-3CC6-B327-850B-8BCC51C4FC8F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7:02:50.458" v="1684" actId="1036"/>
        <pc:sldMkLst>
          <pc:docMk/>
          <pc:sldMk cId="2819451226" sldId="285"/>
        </pc:sldMkLst>
        <pc:picChg chg="add mod">
          <ac:chgData name="Sara Tanovic" userId="f353ab82-bd92-4c89-8251-9c3370876dd6" providerId="ADAL" clId="{A198CD69-D5D8-56AF-90B6-93679EEDCE1D}" dt="2026-03-17T17:00:41.794" v="1641" actId="1076"/>
          <ac:picMkLst>
            <pc:docMk/>
            <pc:sldMk cId="2819451226" sldId="285"/>
            <ac:picMk id="3" creationId="{70319F87-575B-E5A1-C5CA-81E4EA57E4E7}"/>
          </ac:picMkLst>
        </pc:picChg>
        <pc:picChg chg="add mod">
          <ac:chgData name="Sara Tanovic" userId="f353ab82-bd92-4c89-8251-9c3370876dd6" providerId="ADAL" clId="{A198CD69-D5D8-56AF-90B6-93679EEDCE1D}" dt="2026-03-17T17:00:48.926" v="1643" actId="1076"/>
          <ac:picMkLst>
            <pc:docMk/>
            <pc:sldMk cId="2819451226" sldId="285"/>
            <ac:picMk id="4" creationId="{3F804EB8-CB3F-B5CD-5EAD-7D4E85AD9E34}"/>
          </ac:picMkLst>
        </pc:picChg>
        <pc:picChg chg="add mod">
          <ac:chgData name="Sara Tanovic" userId="f353ab82-bd92-4c89-8251-9c3370876dd6" providerId="ADAL" clId="{A198CD69-D5D8-56AF-90B6-93679EEDCE1D}" dt="2026-03-17T17:00:51.909" v="1644" actId="1076"/>
          <ac:picMkLst>
            <pc:docMk/>
            <pc:sldMk cId="2819451226" sldId="285"/>
            <ac:picMk id="5" creationId="{FE681A4C-F680-2463-7110-103ED6B761F2}"/>
          </ac:picMkLst>
        </pc:picChg>
        <pc:picChg chg="add mod modCrop">
          <ac:chgData name="Sara Tanovic" userId="f353ab82-bd92-4c89-8251-9c3370876dd6" providerId="ADAL" clId="{A198CD69-D5D8-56AF-90B6-93679EEDCE1D}" dt="2026-03-17T17:01:53.846" v="1660" actId="554"/>
          <ac:picMkLst>
            <pc:docMk/>
            <pc:sldMk cId="2819451226" sldId="285"/>
            <ac:picMk id="6" creationId="{121ED643-64E7-2C1B-27A7-8B65DAC320F7}"/>
          </ac:picMkLst>
        </pc:picChg>
        <pc:picChg chg="add mod">
          <ac:chgData name="Sara Tanovic" userId="f353ab82-bd92-4c89-8251-9c3370876dd6" providerId="ADAL" clId="{A198CD69-D5D8-56AF-90B6-93679EEDCE1D}" dt="2026-03-17T17:01:53.846" v="1660" actId="554"/>
          <ac:picMkLst>
            <pc:docMk/>
            <pc:sldMk cId="2819451226" sldId="285"/>
            <ac:picMk id="7" creationId="{C297B7BE-0363-F822-B533-FA6EC7D647E6}"/>
          </ac:picMkLst>
        </pc:picChg>
        <pc:picChg chg="add mod">
          <ac:chgData name="Sara Tanovic" userId="f353ab82-bd92-4c89-8251-9c3370876dd6" providerId="ADAL" clId="{A198CD69-D5D8-56AF-90B6-93679EEDCE1D}" dt="2026-03-17T17:01:08.826" v="1648" actId="1076"/>
          <ac:picMkLst>
            <pc:docMk/>
            <pc:sldMk cId="2819451226" sldId="285"/>
            <ac:picMk id="8" creationId="{6B31277F-7569-1D01-A624-4D9328C21FC4}"/>
          </ac:picMkLst>
        </pc:picChg>
        <pc:picChg chg="add mod">
          <ac:chgData name="Sara Tanovic" userId="f353ab82-bd92-4c89-8251-9c3370876dd6" providerId="ADAL" clId="{A198CD69-D5D8-56AF-90B6-93679EEDCE1D}" dt="2026-03-17T17:01:19.176" v="1650" actId="1076"/>
          <ac:picMkLst>
            <pc:docMk/>
            <pc:sldMk cId="2819451226" sldId="285"/>
            <ac:picMk id="9" creationId="{167174B2-29EA-1E7A-673B-E17F9470CBCC}"/>
          </ac:picMkLst>
        </pc:picChg>
        <pc:picChg chg="add del mod">
          <ac:chgData name="Sara Tanovic" userId="f353ab82-bd92-4c89-8251-9c3370876dd6" providerId="ADAL" clId="{A198CD69-D5D8-56AF-90B6-93679EEDCE1D}" dt="2026-03-17T16:41:26.428" v="1309" actId="478"/>
          <ac:picMkLst>
            <pc:docMk/>
            <pc:sldMk cId="2819451226" sldId="285"/>
            <ac:picMk id="10" creationId="{8864C652-EBBB-8F10-6468-532C5620D8B5}"/>
          </ac:picMkLst>
        </pc:picChg>
        <pc:picChg chg="add">
          <ac:chgData name="Sara Tanovic" userId="f353ab82-bd92-4c89-8251-9c3370876dd6" providerId="ADAL" clId="{A198CD69-D5D8-56AF-90B6-93679EEDCE1D}" dt="2026-03-17T16:41:26.898" v="1310"/>
          <ac:picMkLst>
            <pc:docMk/>
            <pc:sldMk cId="2819451226" sldId="285"/>
            <ac:picMk id="11" creationId="{5CB2A63B-995D-FDF7-EFFE-D785192515FE}"/>
          </ac:picMkLst>
        </pc:picChg>
        <pc:picChg chg="add mod">
          <ac:chgData name="Sara Tanovic" userId="f353ab82-bd92-4c89-8251-9c3370876dd6" providerId="ADAL" clId="{A198CD69-D5D8-56AF-90B6-93679EEDCE1D}" dt="2026-03-17T17:01:24.776" v="1651" actId="1076"/>
          <ac:picMkLst>
            <pc:docMk/>
            <pc:sldMk cId="2819451226" sldId="285"/>
            <ac:picMk id="12" creationId="{F498CE08-B6CF-CED1-8ADB-FA4F59498A95}"/>
          </ac:picMkLst>
        </pc:picChg>
        <pc:picChg chg="add del mod">
          <ac:chgData name="Sara Tanovic" userId="f353ab82-bd92-4c89-8251-9c3370876dd6" providerId="ADAL" clId="{A198CD69-D5D8-56AF-90B6-93679EEDCE1D}" dt="2026-03-17T17:01:39.301" v="1655" actId="478"/>
          <ac:picMkLst>
            <pc:docMk/>
            <pc:sldMk cId="2819451226" sldId="285"/>
            <ac:picMk id="13" creationId="{9EB042C1-B325-6837-2CC6-2F3594D56C8A}"/>
          </ac:picMkLst>
        </pc:picChg>
        <pc:picChg chg="add mod">
          <ac:chgData name="Sara Tanovic" userId="f353ab82-bd92-4c89-8251-9c3370876dd6" providerId="ADAL" clId="{A198CD69-D5D8-56AF-90B6-93679EEDCE1D}" dt="2026-03-17T17:01:53.846" v="1660" actId="554"/>
          <ac:picMkLst>
            <pc:docMk/>
            <pc:sldMk cId="2819451226" sldId="285"/>
            <ac:picMk id="14" creationId="{0F98356E-67C1-8478-2B0A-6884E66371B5}"/>
          </ac:picMkLst>
        </pc:picChg>
        <pc:cxnChg chg="add mod">
          <ac:chgData name="Sara Tanovic" userId="f353ab82-bd92-4c89-8251-9c3370876dd6" providerId="ADAL" clId="{A198CD69-D5D8-56AF-90B6-93679EEDCE1D}" dt="2026-03-17T17:02:31.061" v="1676" actId="14100"/>
          <ac:cxnSpMkLst>
            <pc:docMk/>
            <pc:sldMk cId="2819451226" sldId="285"/>
            <ac:cxnSpMk id="15" creationId="{F94D982D-43B5-51A1-7C43-8CF203BC7580}"/>
          </ac:cxnSpMkLst>
        </pc:cxnChg>
        <pc:cxnChg chg="add mod">
          <ac:chgData name="Sara Tanovic" userId="f353ab82-bd92-4c89-8251-9c3370876dd6" providerId="ADAL" clId="{A198CD69-D5D8-56AF-90B6-93679EEDCE1D}" dt="2026-03-17T17:02:11.195" v="1665" actId="14100"/>
          <ac:cxnSpMkLst>
            <pc:docMk/>
            <pc:sldMk cId="2819451226" sldId="285"/>
            <ac:cxnSpMk id="16" creationId="{0EFAF6CE-EB6D-54A7-068D-6A13342E22F7}"/>
          </ac:cxnSpMkLst>
        </pc:cxnChg>
        <pc:cxnChg chg="add mod">
          <ac:chgData name="Sara Tanovic" userId="f353ab82-bd92-4c89-8251-9c3370876dd6" providerId="ADAL" clId="{A198CD69-D5D8-56AF-90B6-93679EEDCE1D}" dt="2026-03-17T17:02:45.509" v="1683" actId="1035"/>
          <ac:cxnSpMkLst>
            <pc:docMk/>
            <pc:sldMk cId="2819451226" sldId="285"/>
            <ac:cxnSpMk id="19" creationId="{ED93A169-050C-36D6-5C44-E3FB326905B9}"/>
          </ac:cxnSpMkLst>
        </pc:cxnChg>
        <pc:cxnChg chg="add mod">
          <ac:chgData name="Sara Tanovic" userId="f353ab82-bd92-4c89-8251-9c3370876dd6" providerId="ADAL" clId="{A198CD69-D5D8-56AF-90B6-93679EEDCE1D}" dt="2026-03-17T17:02:17.362" v="1669" actId="1076"/>
          <ac:cxnSpMkLst>
            <pc:docMk/>
            <pc:sldMk cId="2819451226" sldId="285"/>
            <ac:cxnSpMk id="20" creationId="{61F1BB5F-281E-F111-6AFE-71FF408B3682}"/>
          </ac:cxnSpMkLst>
        </pc:cxnChg>
        <pc:cxnChg chg="add mod">
          <ac:chgData name="Sara Tanovic" userId="f353ab82-bd92-4c89-8251-9c3370876dd6" providerId="ADAL" clId="{A198CD69-D5D8-56AF-90B6-93679EEDCE1D}" dt="2026-03-17T17:02:20.497" v="1671" actId="1076"/>
          <ac:cxnSpMkLst>
            <pc:docMk/>
            <pc:sldMk cId="2819451226" sldId="285"/>
            <ac:cxnSpMk id="21" creationId="{28EB8D3C-8303-AB3E-5FBB-15B3DC5EE51A}"/>
          </ac:cxnSpMkLst>
        </pc:cxnChg>
        <pc:cxnChg chg="add mod">
          <ac:chgData name="Sara Tanovic" userId="f353ab82-bd92-4c89-8251-9c3370876dd6" providerId="ADAL" clId="{A198CD69-D5D8-56AF-90B6-93679EEDCE1D}" dt="2026-03-17T17:02:50.458" v="1684" actId="1036"/>
          <ac:cxnSpMkLst>
            <pc:docMk/>
            <pc:sldMk cId="2819451226" sldId="285"/>
            <ac:cxnSpMk id="22" creationId="{0E00EEBD-CC37-0B6A-BE8A-5C7C6CDD184C}"/>
          </ac:cxnSpMkLst>
        </pc:cxnChg>
        <pc:cxnChg chg="add mod">
          <ac:chgData name="Sara Tanovic" userId="f353ab82-bd92-4c89-8251-9c3370876dd6" providerId="ADAL" clId="{A198CD69-D5D8-56AF-90B6-93679EEDCE1D}" dt="2026-03-17T17:02:37.010" v="1679" actId="14100"/>
          <ac:cxnSpMkLst>
            <pc:docMk/>
            <pc:sldMk cId="2819451226" sldId="285"/>
            <ac:cxnSpMk id="25" creationId="{2B8D2FBE-8A2F-B88B-1550-56682474952D}"/>
          </ac:cxnSpMkLst>
        </pc:cxnChg>
        <pc:cxnChg chg="add mod">
          <ac:chgData name="Sara Tanovic" userId="f353ab82-bd92-4c89-8251-9c3370876dd6" providerId="ADAL" clId="{A198CD69-D5D8-56AF-90B6-93679EEDCE1D}" dt="2026-03-17T17:02:41.344" v="1682" actId="14100"/>
          <ac:cxnSpMkLst>
            <pc:docMk/>
            <pc:sldMk cId="2819451226" sldId="285"/>
            <ac:cxnSpMk id="28" creationId="{90E82B5F-D0DD-E781-151B-AD3C56171D91}"/>
          </ac:cxnSpMkLst>
        </pc:cxnChg>
      </pc:sldChg>
      <pc:sldChg chg="addSp del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3569764138" sldId="286"/>
        </pc:sldMkLst>
        <pc:picChg chg="add mod">
          <ac:chgData name="Sara Tanovic" userId="f353ab82-bd92-4c89-8251-9c3370876dd6" providerId="ADAL" clId="{A198CD69-D5D8-56AF-90B6-93679EEDCE1D}" dt="2026-03-16T16:18:41.840" v="108" actId="1076"/>
          <ac:picMkLst>
            <pc:docMk/>
            <pc:sldMk cId="3569764138" sldId="286"/>
            <ac:picMk id="3" creationId="{F6FD31FA-B263-6BEB-99A4-E35DC2DF1BC6}"/>
          </ac:picMkLst>
        </pc:picChg>
        <pc:picChg chg="add mod">
          <ac:chgData name="Sara Tanovic" userId="f353ab82-bd92-4c89-8251-9c3370876dd6" providerId="ADAL" clId="{A198CD69-D5D8-56AF-90B6-93679EEDCE1D}" dt="2026-03-16T16:18:47.890" v="110" actId="1076"/>
          <ac:picMkLst>
            <pc:docMk/>
            <pc:sldMk cId="3569764138" sldId="286"/>
            <ac:picMk id="4" creationId="{0820CCB4-EC1B-D121-FA3A-2A091338AB5E}"/>
          </ac:picMkLst>
        </pc:picChg>
        <pc:picChg chg="add">
          <ac:chgData name="Sara Tanovic" userId="f353ab82-bd92-4c89-8251-9c3370876dd6" providerId="ADAL" clId="{A198CD69-D5D8-56AF-90B6-93679EEDCE1D}" dt="2026-03-16T16:18:50.700" v="111"/>
          <ac:picMkLst>
            <pc:docMk/>
            <pc:sldMk cId="3569764138" sldId="286"/>
            <ac:picMk id="5" creationId="{94742468-18A5-164F-B3A7-ACE0DC17FCD9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7:00:18.376" v="1637" actId="1076"/>
        <pc:sldMkLst>
          <pc:docMk/>
          <pc:sldMk cId="2087055731" sldId="287"/>
        </pc:sldMkLst>
        <pc:picChg chg="add del mod">
          <ac:chgData name="Sara Tanovic" userId="f353ab82-bd92-4c89-8251-9c3370876dd6" providerId="ADAL" clId="{A198CD69-D5D8-56AF-90B6-93679EEDCE1D}" dt="2026-03-17T16:42:27.876" v="1323" actId="478"/>
          <ac:picMkLst>
            <pc:docMk/>
            <pc:sldMk cId="2087055731" sldId="287"/>
            <ac:picMk id="3" creationId="{AC009C44-7D7D-D4D3-B96C-A5224ED5249A}"/>
          </ac:picMkLst>
        </pc:picChg>
        <pc:picChg chg="add del mod">
          <ac:chgData name="Sara Tanovic" userId="f353ab82-bd92-4c89-8251-9c3370876dd6" providerId="ADAL" clId="{A198CD69-D5D8-56AF-90B6-93679EEDCE1D}" dt="2026-03-17T16:42:27.876" v="1323" actId="478"/>
          <ac:picMkLst>
            <pc:docMk/>
            <pc:sldMk cId="2087055731" sldId="287"/>
            <ac:picMk id="4" creationId="{896632FB-8E59-EC76-6DFE-1C11FC652B44}"/>
          </ac:picMkLst>
        </pc:picChg>
        <pc:picChg chg="add del mod">
          <ac:chgData name="Sara Tanovic" userId="f353ab82-bd92-4c89-8251-9c3370876dd6" providerId="ADAL" clId="{A198CD69-D5D8-56AF-90B6-93679EEDCE1D}" dt="2026-03-17T16:42:27.876" v="1323" actId="478"/>
          <ac:picMkLst>
            <pc:docMk/>
            <pc:sldMk cId="2087055731" sldId="287"/>
            <ac:picMk id="5" creationId="{EB1FCECB-21A0-5E5C-94D5-8F3FBF7B845F}"/>
          </ac:picMkLst>
        </pc:picChg>
        <pc:picChg chg="add del mod">
          <ac:chgData name="Sara Tanovic" userId="f353ab82-bd92-4c89-8251-9c3370876dd6" providerId="ADAL" clId="{A198CD69-D5D8-56AF-90B6-93679EEDCE1D}" dt="2026-03-17T16:42:27.876" v="1323" actId="478"/>
          <ac:picMkLst>
            <pc:docMk/>
            <pc:sldMk cId="2087055731" sldId="287"/>
            <ac:picMk id="6" creationId="{FAB61DAF-16DD-5323-32C4-F9D37088247A}"/>
          </ac:picMkLst>
        </pc:picChg>
        <pc:picChg chg="add mod">
          <ac:chgData name="Sara Tanovic" userId="f353ab82-bd92-4c89-8251-9c3370876dd6" providerId="ADAL" clId="{A198CD69-D5D8-56AF-90B6-93679EEDCE1D}" dt="2026-03-17T16:59:19.407" v="1619" actId="1076"/>
          <ac:picMkLst>
            <pc:docMk/>
            <pc:sldMk cId="2087055731" sldId="287"/>
            <ac:picMk id="7" creationId="{7E2A4E89-2C50-BC96-D72A-9338F7947EEF}"/>
          </ac:picMkLst>
        </pc:picChg>
        <pc:picChg chg="add">
          <ac:chgData name="Sara Tanovic" userId="f353ab82-bd92-4c89-8251-9c3370876dd6" providerId="ADAL" clId="{A198CD69-D5D8-56AF-90B6-93679EEDCE1D}" dt="2026-03-17T16:42:39.443" v="1326"/>
          <ac:picMkLst>
            <pc:docMk/>
            <pc:sldMk cId="2087055731" sldId="287"/>
            <ac:picMk id="8" creationId="{3BEB6F0D-76B8-36F2-DA01-DF6AA046E732}"/>
          </ac:picMkLst>
        </pc:picChg>
        <pc:picChg chg="add mod">
          <ac:chgData name="Sara Tanovic" userId="f353ab82-bd92-4c89-8251-9c3370876dd6" providerId="ADAL" clId="{A198CD69-D5D8-56AF-90B6-93679EEDCE1D}" dt="2026-03-17T16:59:28.974" v="1624" actId="1076"/>
          <ac:picMkLst>
            <pc:docMk/>
            <pc:sldMk cId="2087055731" sldId="287"/>
            <ac:picMk id="9" creationId="{4008821D-B6B1-3F4E-6E7E-3D942A020A88}"/>
          </ac:picMkLst>
        </pc:picChg>
        <pc:picChg chg="add mod">
          <ac:chgData name="Sara Tanovic" userId="f353ab82-bd92-4c89-8251-9c3370876dd6" providerId="ADAL" clId="{A198CD69-D5D8-56AF-90B6-93679EEDCE1D}" dt="2026-03-17T16:59:24.324" v="1622" actId="1076"/>
          <ac:picMkLst>
            <pc:docMk/>
            <pc:sldMk cId="2087055731" sldId="287"/>
            <ac:picMk id="10" creationId="{C5E87BF5-4706-C383-9F1A-95CC27CBE853}"/>
          </ac:picMkLst>
        </pc:picChg>
        <pc:picChg chg="add mod">
          <ac:chgData name="Sara Tanovic" userId="f353ab82-bd92-4c89-8251-9c3370876dd6" providerId="ADAL" clId="{A198CD69-D5D8-56AF-90B6-93679EEDCE1D}" dt="2026-03-17T16:59:22.918" v="1621" actId="1076"/>
          <ac:picMkLst>
            <pc:docMk/>
            <pc:sldMk cId="2087055731" sldId="287"/>
            <ac:picMk id="11" creationId="{6D84FD3F-7651-5B2D-2B3E-A251E08553B0}"/>
          </ac:picMkLst>
        </pc:picChg>
        <pc:picChg chg="add mod">
          <ac:chgData name="Sara Tanovic" userId="f353ab82-bd92-4c89-8251-9c3370876dd6" providerId="ADAL" clId="{A198CD69-D5D8-56AF-90B6-93679EEDCE1D}" dt="2026-03-17T16:59:38.075" v="1625" actId="1076"/>
          <ac:picMkLst>
            <pc:docMk/>
            <pc:sldMk cId="2087055731" sldId="287"/>
            <ac:picMk id="12" creationId="{776563B0-BC85-7AB0-1C32-D5D8943508D4}"/>
          </ac:picMkLst>
        </pc:picChg>
        <pc:picChg chg="add mod">
          <ac:chgData name="Sara Tanovic" userId="f353ab82-bd92-4c89-8251-9c3370876dd6" providerId="ADAL" clId="{A198CD69-D5D8-56AF-90B6-93679EEDCE1D}" dt="2026-03-17T16:59:25.841" v="1623" actId="1076"/>
          <ac:picMkLst>
            <pc:docMk/>
            <pc:sldMk cId="2087055731" sldId="287"/>
            <ac:picMk id="13" creationId="{FE2ED439-559E-6558-DA8B-76D93B3E9F17}"/>
          </ac:picMkLst>
        </pc:picChg>
        <pc:cxnChg chg="add mod">
          <ac:chgData name="Sara Tanovic" userId="f353ab82-bd92-4c89-8251-9c3370876dd6" providerId="ADAL" clId="{A198CD69-D5D8-56AF-90B6-93679EEDCE1D}" dt="2026-03-17T16:59:57.075" v="1630" actId="14100"/>
          <ac:cxnSpMkLst>
            <pc:docMk/>
            <pc:sldMk cId="2087055731" sldId="287"/>
            <ac:cxnSpMk id="14" creationId="{CCFE2095-0602-C7C9-45A0-1A10ADF4F7EA}"/>
          </ac:cxnSpMkLst>
        </pc:cxnChg>
        <pc:cxnChg chg="add mod">
          <ac:chgData name="Sara Tanovic" userId="f353ab82-bd92-4c89-8251-9c3370876dd6" providerId="ADAL" clId="{A198CD69-D5D8-56AF-90B6-93679EEDCE1D}" dt="2026-03-17T16:59:58.943" v="1631" actId="14100"/>
          <ac:cxnSpMkLst>
            <pc:docMk/>
            <pc:sldMk cId="2087055731" sldId="287"/>
            <ac:cxnSpMk id="15" creationId="{31BC258E-C019-D353-4E8C-CE12C455C2FF}"/>
          </ac:cxnSpMkLst>
        </pc:cxnChg>
        <pc:cxnChg chg="add mod">
          <ac:chgData name="Sara Tanovic" userId="f353ab82-bd92-4c89-8251-9c3370876dd6" providerId="ADAL" clId="{A198CD69-D5D8-56AF-90B6-93679EEDCE1D}" dt="2026-03-17T17:00:09.210" v="1633" actId="1076"/>
          <ac:cxnSpMkLst>
            <pc:docMk/>
            <pc:sldMk cId="2087055731" sldId="287"/>
            <ac:cxnSpMk id="22" creationId="{268B306F-1E08-411C-BDCD-AF13CD921631}"/>
          </ac:cxnSpMkLst>
        </pc:cxnChg>
        <pc:cxnChg chg="add mod">
          <ac:chgData name="Sara Tanovic" userId="f353ab82-bd92-4c89-8251-9c3370876dd6" providerId="ADAL" clId="{A198CD69-D5D8-56AF-90B6-93679EEDCE1D}" dt="2026-03-17T17:00:13.825" v="1635" actId="14100"/>
          <ac:cxnSpMkLst>
            <pc:docMk/>
            <pc:sldMk cId="2087055731" sldId="287"/>
            <ac:cxnSpMk id="23" creationId="{95AAC62E-2D82-F4E5-913E-3F2718C9A388}"/>
          </ac:cxnSpMkLst>
        </pc:cxnChg>
        <pc:cxnChg chg="add mod">
          <ac:chgData name="Sara Tanovic" userId="f353ab82-bd92-4c89-8251-9c3370876dd6" providerId="ADAL" clId="{A198CD69-D5D8-56AF-90B6-93679EEDCE1D}" dt="2026-03-17T17:00:18.376" v="1637" actId="1076"/>
          <ac:cxnSpMkLst>
            <pc:docMk/>
            <pc:sldMk cId="2087055731" sldId="287"/>
            <ac:cxnSpMk id="26" creationId="{62C98D3F-CD9A-34EE-91EC-68F88F57773F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1866026914" sldId="288"/>
        </pc:sldMkLst>
        <pc:picChg chg="add">
          <ac:chgData name="Sara Tanovic" userId="f353ab82-bd92-4c89-8251-9c3370876dd6" providerId="ADAL" clId="{A198CD69-D5D8-56AF-90B6-93679EEDCE1D}" dt="2026-03-16T16:18:59.756" v="115"/>
          <ac:picMkLst>
            <pc:docMk/>
            <pc:sldMk cId="1866026914" sldId="288"/>
            <ac:picMk id="2" creationId="{C4FBA213-5A7E-7357-91FE-A1874422C327}"/>
          </ac:picMkLst>
        </pc:picChg>
        <pc:picChg chg="add mod">
          <ac:chgData name="Sara Tanovic" userId="f353ab82-bd92-4c89-8251-9c3370876dd6" providerId="ADAL" clId="{A198CD69-D5D8-56AF-90B6-93679EEDCE1D}" dt="2026-03-16T16:19:03.490" v="117" actId="1076"/>
          <ac:picMkLst>
            <pc:docMk/>
            <pc:sldMk cId="1866026914" sldId="288"/>
            <ac:picMk id="3" creationId="{316B38E6-7546-698D-A82E-88F435BCCD3D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6:58:49.257" v="1610" actId="14100"/>
        <pc:sldMkLst>
          <pc:docMk/>
          <pc:sldMk cId="3192802466" sldId="289"/>
        </pc:sldMkLst>
        <pc:picChg chg="add mod">
          <ac:chgData name="Sara Tanovic" userId="f353ab82-bd92-4c89-8251-9c3370876dd6" providerId="ADAL" clId="{A198CD69-D5D8-56AF-90B6-93679EEDCE1D}" dt="2026-03-17T16:58:02.565" v="1596" actId="1076"/>
          <ac:picMkLst>
            <pc:docMk/>
            <pc:sldMk cId="3192802466" sldId="289"/>
            <ac:picMk id="3" creationId="{4F22A862-997B-BA5C-F459-BD2E16BCB948}"/>
          </ac:picMkLst>
        </pc:picChg>
        <pc:picChg chg="add del mod">
          <ac:chgData name="Sara Tanovic" userId="f353ab82-bd92-4c89-8251-9c3370876dd6" providerId="ADAL" clId="{A198CD69-D5D8-56AF-90B6-93679EEDCE1D}" dt="2026-03-17T16:43:19.560" v="1340" actId="478"/>
          <ac:picMkLst>
            <pc:docMk/>
            <pc:sldMk cId="3192802466" sldId="289"/>
            <ac:picMk id="4" creationId="{7BC122BE-6128-F927-2699-816FDEADD98F}"/>
          </ac:picMkLst>
        </pc:picChg>
        <pc:picChg chg="add mod">
          <ac:chgData name="Sara Tanovic" userId="f353ab82-bd92-4c89-8251-9c3370876dd6" providerId="ADAL" clId="{A198CD69-D5D8-56AF-90B6-93679EEDCE1D}" dt="2026-03-17T16:58:07.741" v="1597" actId="1076"/>
          <ac:picMkLst>
            <pc:docMk/>
            <pc:sldMk cId="3192802466" sldId="289"/>
            <ac:picMk id="5" creationId="{FC8DC5E7-664C-863D-CBEB-A5D9A2A21320}"/>
          </ac:picMkLst>
        </pc:picChg>
        <pc:picChg chg="add">
          <ac:chgData name="Sara Tanovic" userId="f353ab82-bd92-4c89-8251-9c3370876dd6" providerId="ADAL" clId="{A198CD69-D5D8-56AF-90B6-93679EEDCE1D}" dt="2026-03-17T16:43:28.759" v="1343"/>
          <ac:picMkLst>
            <pc:docMk/>
            <pc:sldMk cId="3192802466" sldId="289"/>
            <ac:picMk id="6" creationId="{C7EC3665-31D3-0B17-592F-50568FFB4CA7}"/>
          </ac:picMkLst>
        </pc:picChg>
        <pc:picChg chg="add mod">
          <ac:chgData name="Sara Tanovic" userId="f353ab82-bd92-4c89-8251-9c3370876dd6" providerId="ADAL" clId="{A198CD69-D5D8-56AF-90B6-93679EEDCE1D}" dt="2026-03-17T16:58:10.590" v="1598" actId="1076"/>
          <ac:picMkLst>
            <pc:docMk/>
            <pc:sldMk cId="3192802466" sldId="289"/>
            <ac:picMk id="7" creationId="{D3895773-FD04-3D00-4383-21687DB591A2}"/>
          </ac:picMkLst>
        </pc:picChg>
        <pc:picChg chg="add mod">
          <ac:chgData name="Sara Tanovic" userId="f353ab82-bd92-4c89-8251-9c3370876dd6" providerId="ADAL" clId="{A198CD69-D5D8-56AF-90B6-93679EEDCE1D}" dt="2026-03-17T16:58:42.180" v="1607" actId="553"/>
          <ac:picMkLst>
            <pc:docMk/>
            <pc:sldMk cId="3192802466" sldId="289"/>
            <ac:picMk id="8" creationId="{6A2AF31A-95E3-5FA4-C763-598FD92753FB}"/>
          </ac:picMkLst>
        </pc:picChg>
        <pc:picChg chg="add mod">
          <ac:chgData name="Sara Tanovic" userId="f353ab82-bd92-4c89-8251-9c3370876dd6" providerId="ADAL" clId="{A198CD69-D5D8-56AF-90B6-93679EEDCE1D}" dt="2026-03-17T16:58:42.180" v="1607" actId="553"/>
          <ac:picMkLst>
            <pc:docMk/>
            <pc:sldMk cId="3192802466" sldId="289"/>
            <ac:picMk id="9" creationId="{B79B177B-B684-969C-1BBD-A7FA51731161}"/>
          </ac:picMkLst>
        </pc:picChg>
        <pc:cxnChg chg="add mod">
          <ac:chgData name="Sara Tanovic" userId="f353ab82-bd92-4c89-8251-9c3370876dd6" providerId="ADAL" clId="{A198CD69-D5D8-56AF-90B6-93679EEDCE1D}" dt="2026-03-17T16:57:57.312" v="1595"/>
          <ac:cxnSpMkLst>
            <pc:docMk/>
            <pc:sldMk cId="3192802466" sldId="289"/>
            <ac:cxnSpMk id="10" creationId="{4FD939DF-9946-746C-9BAB-B06829609631}"/>
          </ac:cxnSpMkLst>
        </pc:cxnChg>
        <pc:cxnChg chg="add mod">
          <ac:chgData name="Sara Tanovic" userId="f353ab82-bd92-4c89-8251-9c3370876dd6" providerId="ADAL" clId="{A198CD69-D5D8-56AF-90B6-93679EEDCE1D}" dt="2026-03-17T16:57:57.312" v="1595"/>
          <ac:cxnSpMkLst>
            <pc:docMk/>
            <pc:sldMk cId="3192802466" sldId="289"/>
            <ac:cxnSpMk id="11" creationId="{2C74A8C0-0F3A-171C-0AF3-FE71DDAA96E8}"/>
          </ac:cxnSpMkLst>
        </pc:cxnChg>
        <pc:cxnChg chg="add mod">
          <ac:chgData name="Sara Tanovic" userId="f353ab82-bd92-4c89-8251-9c3370876dd6" providerId="ADAL" clId="{A198CD69-D5D8-56AF-90B6-93679EEDCE1D}" dt="2026-03-17T16:58:42.180" v="1607" actId="553"/>
          <ac:cxnSpMkLst>
            <pc:docMk/>
            <pc:sldMk cId="3192802466" sldId="289"/>
            <ac:cxnSpMk id="12" creationId="{3D7CDE3A-D3F4-A821-A338-13DCF60D4316}"/>
          </ac:cxnSpMkLst>
        </pc:cxnChg>
        <pc:cxnChg chg="add mod">
          <ac:chgData name="Sara Tanovic" userId="f353ab82-bd92-4c89-8251-9c3370876dd6" providerId="ADAL" clId="{A198CD69-D5D8-56AF-90B6-93679EEDCE1D}" dt="2026-03-17T16:58:49.257" v="1610" actId="14100"/>
          <ac:cxnSpMkLst>
            <pc:docMk/>
            <pc:sldMk cId="3192802466" sldId="289"/>
            <ac:cxnSpMk id="17" creationId="{CF0F0F66-9E17-2D13-134A-069A70A1F583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1325204967" sldId="290"/>
        </pc:sldMkLst>
        <pc:picChg chg="add">
          <ac:chgData name="Sara Tanovic" userId="f353ab82-bd92-4c89-8251-9c3370876dd6" providerId="ADAL" clId="{A198CD69-D5D8-56AF-90B6-93679EEDCE1D}" dt="2026-03-16T16:19:09.406" v="118"/>
          <ac:picMkLst>
            <pc:docMk/>
            <pc:sldMk cId="1325204967" sldId="290"/>
            <ac:picMk id="3" creationId="{6AA944C3-28E0-85B2-87D8-21B33ABF2E9E}"/>
          </ac:picMkLst>
        </pc:picChg>
        <pc:picChg chg="add mod">
          <ac:chgData name="Sara Tanovic" userId="f353ab82-bd92-4c89-8251-9c3370876dd6" providerId="ADAL" clId="{A198CD69-D5D8-56AF-90B6-93679EEDCE1D}" dt="2026-03-16T16:19:13.759" v="120" actId="1076"/>
          <ac:picMkLst>
            <pc:docMk/>
            <pc:sldMk cId="1325204967" sldId="290"/>
            <ac:picMk id="4" creationId="{B94915FE-23CB-3462-C5B5-228149D674A1}"/>
          </ac:picMkLst>
        </pc:picChg>
      </pc:sldChg>
      <pc:sldChg chg="addSp modSp mod">
        <pc:chgData name="Sara Tanovic" userId="f353ab82-bd92-4c89-8251-9c3370876dd6" providerId="ADAL" clId="{A198CD69-D5D8-56AF-90B6-93679EEDCE1D}" dt="2026-03-17T16:57:25.273" v="1591" actId="14100"/>
        <pc:sldMkLst>
          <pc:docMk/>
          <pc:sldMk cId="3828507747" sldId="291"/>
        </pc:sldMkLst>
        <pc:picChg chg="add mod">
          <ac:chgData name="Sara Tanovic" userId="f353ab82-bd92-4c89-8251-9c3370876dd6" providerId="ADAL" clId="{A198CD69-D5D8-56AF-90B6-93679EEDCE1D}" dt="2026-03-17T16:56:37.839" v="1574" actId="1076"/>
          <ac:picMkLst>
            <pc:docMk/>
            <pc:sldMk cId="3828507747" sldId="291"/>
            <ac:picMk id="3" creationId="{AE51C07B-D1A0-1380-1F21-557569449DA2}"/>
          </ac:picMkLst>
        </pc:picChg>
        <pc:picChg chg="add mod">
          <ac:chgData name="Sara Tanovic" userId="f353ab82-bd92-4c89-8251-9c3370876dd6" providerId="ADAL" clId="{A198CD69-D5D8-56AF-90B6-93679EEDCE1D}" dt="2026-03-17T16:56:53.339" v="1580" actId="1076"/>
          <ac:picMkLst>
            <pc:docMk/>
            <pc:sldMk cId="3828507747" sldId="291"/>
            <ac:picMk id="4" creationId="{01E8A8FF-E7E3-0925-F77D-28ADDADCCD11}"/>
          </ac:picMkLst>
        </pc:picChg>
        <pc:picChg chg="add mod">
          <ac:chgData name="Sara Tanovic" userId="f353ab82-bd92-4c89-8251-9c3370876dd6" providerId="ADAL" clId="{A198CD69-D5D8-56AF-90B6-93679EEDCE1D}" dt="2026-03-17T16:56:43.572" v="1576" actId="1076"/>
          <ac:picMkLst>
            <pc:docMk/>
            <pc:sldMk cId="3828507747" sldId="291"/>
            <ac:picMk id="5" creationId="{62A4478B-0FC3-FD1A-F75D-D115C9FD453A}"/>
          </ac:picMkLst>
        </pc:picChg>
        <pc:picChg chg="add mod">
          <ac:chgData name="Sara Tanovic" userId="f353ab82-bd92-4c89-8251-9c3370876dd6" providerId="ADAL" clId="{A198CD69-D5D8-56AF-90B6-93679EEDCE1D}" dt="2026-03-17T16:43:53.680" v="1351"/>
          <ac:picMkLst>
            <pc:docMk/>
            <pc:sldMk cId="3828507747" sldId="291"/>
            <ac:picMk id="6" creationId="{1BF0AC63-35BA-E23B-39AC-DCF087E4B733}"/>
          </ac:picMkLst>
        </pc:picChg>
        <pc:picChg chg="add mod">
          <ac:chgData name="Sara Tanovic" userId="f353ab82-bd92-4c89-8251-9c3370876dd6" providerId="ADAL" clId="{A198CD69-D5D8-56AF-90B6-93679EEDCE1D}" dt="2026-03-17T16:43:53.680" v="1351"/>
          <ac:picMkLst>
            <pc:docMk/>
            <pc:sldMk cId="3828507747" sldId="291"/>
            <ac:picMk id="7" creationId="{1457552E-70F2-A2E8-2119-56FD1C8FD837}"/>
          </ac:picMkLst>
        </pc:picChg>
        <pc:picChg chg="add mod">
          <ac:chgData name="Sara Tanovic" userId="f353ab82-bd92-4c89-8251-9c3370876dd6" providerId="ADAL" clId="{A198CD69-D5D8-56AF-90B6-93679EEDCE1D}" dt="2026-03-17T16:43:53.680" v="1351"/>
          <ac:picMkLst>
            <pc:docMk/>
            <pc:sldMk cId="3828507747" sldId="291"/>
            <ac:picMk id="8" creationId="{67E50A17-B3A1-AE51-E7F6-2D3929AA53DB}"/>
          </ac:picMkLst>
        </pc:picChg>
        <pc:picChg chg="add mod">
          <ac:chgData name="Sara Tanovic" userId="f353ab82-bd92-4c89-8251-9c3370876dd6" providerId="ADAL" clId="{A198CD69-D5D8-56AF-90B6-93679EEDCE1D}" dt="2026-03-17T16:56:50.355" v="1579" actId="1076"/>
          <ac:picMkLst>
            <pc:docMk/>
            <pc:sldMk cId="3828507747" sldId="291"/>
            <ac:picMk id="9" creationId="{7228D075-4040-E066-5193-53286F988D95}"/>
          </ac:picMkLst>
        </pc:picChg>
        <pc:picChg chg="add mod">
          <ac:chgData name="Sara Tanovic" userId="f353ab82-bd92-4c89-8251-9c3370876dd6" providerId="ADAL" clId="{A198CD69-D5D8-56AF-90B6-93679EEDCE1D}" dt="2026-03-17T16:56:47.172" v="1578" actId="1076"/>
          <ac:picMkLst>
            <pc:docMk/>
            <pc:sldMk cId="3828507747" sldId="291"/>
            <ac:picMk id="10" creationId="{ADC35377-3895-040D-8B47-C252ACCC592B}"/>
          </ac:picMkLst>
        </pc:picChg>
        <pc:cxnChg chg="add mod">
          <ac:chgData name="Sara Tanovic" userId="f353ab82-bd92-4c89-8251-9c3370876dd6" providerId="ADAL" clId="{A198CD69-D5D8-56AF-90B6-93679EEDCE1D}" dt="2026-03-17T16:57:18.473" v="1588" actId="14100"/>
          <ac:cxnSpMkLst>
            <pc:docMk/>
            <pc:sldMk cId="3828507747" sldId="291"/>
            <ac:cxnSpMk id="11" creationId="{52E81BE7-6591-BECD-A9CF-A289B95AD3CB}"/>
          </ac:cxnSpMkLst>
        </pc:cxnChg>
        <pc:cxnChg chg="add mod">
          <ac:chgData name="Sara Tanovic" userId="f353ab82-bd92-4c89-8251-9c3370876dd6" providerId="ADAL" clId="{A198CD69-D5D8-56AF-90B6-93679EEDCE1D}" dt="2026-03-17T16:57:13.706" v="1586" actId="14100"/>
          <ac:cxnSpMkLst>
            <pc:docMk/>
            <pc:sldMk cId="3828507747" sldId="291"/>
            <ac:cxnSpMk id="12" creationId="{AD6DCD0B-9737-E1CD-87B9-B691768E1878}"/>
          </ac:cxnSpMkLst>
        </pc:cxnChg>
        <pc:cxnChg chg="add mod">
          <ac:chgData name="Sara Tanovic" userId="f353ab82-bd92-4c89-8251-9c3370876dd6" providerId="ADAL" clId="{A198CD69-D5D8-56AF-90B6-93679EEDCE1D}" dt="2026-03-17T16:57:08.006" v="1584" actId="14100"/>
          <ac:cxnSpMkLst>
            <pc:docMk/>
            <pc:sldMk cId="3828507747" sldId="291"/>
            <ac:cxnSpMk id="13" creationId="{40C2A6F5-E5C2-49DA-3A56-9D6FE048D6E1}"/>
          </ac:cxnSpMkLst>
        </pc:cxnChg>
        <pc:cxnChg chg="add mod">
          <ac:chgData name="Sara Tanovic" userId="f353ab82-bd92-4c89-8251-9c3370876dd6" providerId="ADAL" clId="{A198CD69-D5D8-56AF-90B6-93679EEDCE1D}" dt="2026-03-17T16:57:25.273" v="1591" actId="14100"/>
          <ac:cxnSpMkLst>
            <pc:docMk/>
            <pc:sldMk cId="3828507747" sldId="291"/>
            <ac:cxnSpMk id="20" creationId="{0EC7E777-C319-315E-E910-C0EEBA3C0396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805073070" sldId="292"/>
        </pc:sldMkLst>
        <pc:picChg chg="add">
          <ac:chgData name="Sara Tanovic" userId="f353ab82-bd92-4c89-8251-9c3370876dd6" providerId="ADAL" clId="{A198CD69-D5D8-56AF-90B6-93679EEDCE1D}" dt="2026-03-16T16:19:21.897" v="121"/>
          <ac:picMkLst>
            <pc:docMk/>
            <pc:sldMk cId="805073070" sldId="292"/>
            <ac:picMk id="3" creationId="{6DF798B3-E89B-5B11-E7DE-F32FC9280706}"/>
          </ac:picMkLst>
        </pc:picChg>
        <pc:picChg chg="add mod">
          <ac:chgData name="Sara Tanovic" userId="f353ab82-bd92-4c89-8251-9c3370876dd6" providerId="ADAL" clId="{A198CD69-D5D8-56AF-90B6-93679EEDCE1D}" dt="2026-03-16T16:19:25.557" v="123" actId="1076"/>
          <ac:picMkLst>
            <pc:docMk/>
            <pc:sldMk cId="805073070" sldId="292"/>
            <ac:picMk id="4" creationId="{79F4A690-8709-6FC7-213D-A7EB758152E0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6:56:14.462" v="1570" actId="1036"/>
        <pc:sldMkLst>
          <pc:docMk/>
          <pc:sldMk cId="382544076" sldId="293"/>
        </pc:sldMkLst>
        <pc:picChg chg="add del mod">
          <ac:chgData name="Sara Tanovic" userId="f353ab82-bd92-4c89-8251-9c3370876dd6" providerId="ADAL" clId="{A198CD69-D5D8-56AF-90B6-93679EEDCE1D}" dt="2026-03-17T16:55:33.746" v="1540" actId="478"/>
          <ac:picMkLst>
            <pc:docMk/>
            <pc:sldMk cId="382544076" sldId="293"/>
            <ac:picMk id="3" creationId="{0DD3608C-6595-AB36-A04D-CEA41A704F70}"/>
          </ac:picMkLst>
        </pc:picChg>
        <pc:picChg chg="add mod">
          <ac:chgData name="Sara Tanovic" userId="f353ab82-bd92-4c89-8251-9c3370876dd6" providerId="ADAL" clId="{A198CD69-D5D8-56AF-90B6-93679EEDCE1D}" dt="2026-03-17T16:44:24.526" v="1356"/>
          <ac:picMkLst>
            <pc:docMk/>
            <pc:sldMk cId="382544076" sldId="293"/>
            <ac:picMk id="4" creationId="{D46FAA98-734D-EF28-5DF6-68A46CD5E94F}"/>
          </ac:picMkLst>
        </pc:picChg>
        <pc:picChg chg="add del mod">
          <ac:chgData name="Sara Tanovic" userId="f353ab82-bd92-4c89-8251-9c3370876dd6" providerId="ADAL" clId="{A198CD69-D5D8-56AF-90B6-93679EEDCE1D}" dt="2026-03-17T16:55:33.746" v="1540" actId="478"/>
          <ac:picMkLst>
            <pc:docMk/>
            <pc:sldMk cId="382544076" sldId="293"/>
            <ac:picMk id="5" creationId="{FBCCBB30-5E2F-2DAA-1D72-ED59DA02B95B}"/>
          </ac:picMkLst>
        </pc:picChg>
        <pc:picChg chg="add">
          <ac:chgData name="Sara Tanovic" userId="f353ab82-bd92-4c89-8251-9c3370876dd6" providerId="ADAL" clId="{A198CD69-D5D8-56AF-90B6-93679EEDCE1D}" dt="2026-03-17T16:44:38.303" v="1359"/>
          <ac:picMkLst>
            <pc:docMk/>
            <pc:sldMk cId="382544076" sldId="293"/>
            <ac:picMk id="6" creationId="{363C180C-3ABA-18AB-5EC0-F9C18390CBB9}"/>
          </ac:picMkLst>
        </pc:picChg>
        <pc:picChg chg="add del mod">
          <ac:chgData name="Sara Tanovic" userId="f353ab82-bd92-4c89-8251-9c3370876dd6" providerId="ADAL" clId="{A198CD69-D5D8-56AF-90B6-93679EEDCE1D}" dt="2026-03-17T16:55:33.746" v="1540" actId="478"/>
          <ac:picMkLst>
            <pc:docMk/>
            <pc:sldMk cId="382544076" sldId="293"/>
            <ac:picMk id="7" creationId="{B918E23B-49BE-407E-9B57-93D7BF7E7EAC}"/>
          </ac:picMkLst>
        </pc:picChg>
        <pc:picChg chg="add del mod">
          <ac:chgData name="Sara Tanovic" userId="f353ab82-bd92-4c89-8251-9c3370876dd6" providerId="ADAL" clId="{A198CD69-D5D8-56AF-90B6-93679EEDCE1D}" dt="2026-03-17T16:55:33.746" v="1540" actId="478"/>
          <ac:picMkLst>
            <pc:docMk/>
            <pc:sldMk cId="382544076" sldId="293"/>
            <ac:picMk id="8" creationId="{4C491447-E41F-C7A2-D703-1EC973FCAEE8}"/>
          </ac:picMkLst>
        </pc:picChg>
        <pc:picChg chg="add mod">
          <ac:chgData name="Sara Tanovic" userId="f353ab82-bd92-4c89-8251-9c3370876dd6" providerId="ADAL" clId="{A198CD69-D5D8-56AF-90B6-93679EEDCE1D}" dt="2026-03-17T16:56:06.056" v="1565" actId="1037"/>
          <ac:picMkLst>
            <pc:docMk/>
            <pc:sldMk cId="382544076" sldId="293"/>
            <ac:picMk id="9" creationId="{3F8D0B7A-D511-80EE-2AF2-5259F436EDD2}"/>
          </ac:picMkLst>
        </pc:picChg>
        <pc:picChg chg="add mod">
          <ac:chgData name="Sara Tanovic" userId="f353ab82-bd92-4c89-8251-9c3370876dd6" providerId="ADAL" clId="{A198CD69-D5D8-56AF-90B6-93679EEDCE1D}" dt="2026-03-17T16:56:14.462" v="1570" actId="1036"/>
          <ac:picMkLst>
            <pc:docMk/>
            <pc:sldMk cId="382544076" sldId="293"/>
            <ac:picMk id="10" creationId="{D74EBDA2-B089-38E9-45C8-9D2645F166B4}"/>
          </ac:picMkLst>
        </pc:picChg>
        <pc:picChg chg="add mod">
          <ac:chgData name="Sara Tanovic" userId="f353ab82-bd92-4c89-8251-9c3370876dd6" providerId="ADAL" clId="{A198CD69-D5D8-56AF-90B6-93679EEDCE1D}" dt="2026-03-17T16:55:34.065" v="1541"/>
          <ac:picMkLst>
            <pc:docMk/>
            <pc:sldMk cId="382544076" sldId="293"/>
            <ac:picMk id="11" creationId="{2A1FFD9B-9329-7E6F-D377-CBEB54268A2E}"/>
          </ac:picMkLst>
        </pc:picChg>
        <pc:picChg chg="add mod">
          <ac:chgData name="Sara Tanovic" userId="f353ab82-bd92-4c89-8251-9c3370876dd6" providerId="ADAL" clId="{A198CD69-D5D8-56AF-90B6-93679EEDCE1D}" dt="2026-03-17T16:55:34.065" v="1541"/>
          <ac:picMkLst>
            <pc:docMk/>
            <pc:sldMk cId="382544076" sldId="293"/>
            <ac:picMk id="12" creationId="{A0467D16-034A-BC90-8466-FF31D02838C2}"/>
          </ac:picMkLst>
        </pc:picChg>
        <pc:picChg chg="add mod">
          <ac:chgData name="Sara Tanovic" userId="f353ab82-bd92-4c89-8251-9c3370876dd6" providerId="ADAL" clId="{A198CD69-D5D8-56AF-90B6-93679EEDCE1D}" dt="2026-03-17T16:55:34.065" v="1541"/>
          <ac:picMkLst>
            <pc:docMk/>
            <pc:sldMk cId="382544076" sldId="293"/>
            <ac:picMk id="13" creationId="{00CFBEBB-B1C1-DBD5-3CED-67AE00145435}"/>
          </ac:picMkLst>
        </pc:picChg>
        <pc:picChg chg="add mod">
          <ac:chgData name="Sara Tanovic" userId="f353ab82-bd92-4c89-8251-9c3370876dd6" providerId="ADAL" clId="{A198CD69-D5D8-56AF-90B6-93679EEDCE1D}" dt="2026-03-17T16:55:34.065" v="1541"/>
          <ac:picMkLst>
            <pc:docMk/>
            <pc:sldMk cId="382544076" sldId="293"/>
            <ac:picMk id="14" creationId="{E085066F-2A74-A172-7C33-A0EC6BD4AE4D}"/>
          </ac:picMkLst>
        </pc:picChg>
        <pc:cxnChg chg="add mod">
          <ac:chgData name="Sara Tanovic" userId="f353ab82-bd92-4c89-8251-9c3370876dd6" providerId="ADAL" clId="{A198CD69-D5D8-56AF-90B6-93679EEDCE1D}" dt="2026-03-17T16:55:34.065" v="1541"/>
          <ac:cxnSpMkLst>
            <pc:docMk/>
            <pc:sldMk cId="382544076" sldId="293"/>
            <ac:cxnSpMk id="15" creationId="{DBFE13E4-3F7E-4310-91B7-FFC8E201E723}"/>
          </ac:cxnSpMkLst>
        </pc:cxnChg>
        <pc:cxnChg chg="add mod">
          <ac:chgData name="Sara Tanovic" userId="f353ab82-bd92-4c89-8251-9c3370876dd6" providerId="ADAL" clId="{A198CD69-D5D8-56AF-90B6-93679EEDCE1D}" dt="2026-03-17T16:55:34.065" v="1541"/>
          <ac:cxnSpMkLst>
            <pc:docMk/>
            <pc:sldMk cId="382544076" sldId="293"/>
            <ac:cxnSpMk id="16" creationId="{6902FA4F-9D0D-C1A0-01A3-FB9BE50B96F3}"/>
          </ac:cxnSpMkLst>
        </pc:cxnChg>
        <pc:cxnChg chg="add mod">
          <ac:chgData name="Sara Tanovic" userId="f353ab82-bd92-4c89-8251-9c3370876dd6" providerId="ADAL" clId="{A198CD69-D5D8-56AF-90B6-93679EEDCE1D}" dt="2026-03-17T16:55:34.065" v="1541"/>
          <ac:cxnSpMkLst>
            <pc:docMk/>
            <pc:sldMk cId="382544076" sldId="293"/>
            <ac:cxnSpMk id="17" creationId="{A14192F3-3C32-CA57-D39F-2AE37C052098}"/>
          </ac:cxnSpMkLst>
        </pc:cxnChg>
        <pc:cxnChg chg="add mod">
          <ac:chgData name="Sara Tanovic" userId="f353ab82-bd92-4c89-8251-9c3370876dd6" providerId="ADAL" clId="{A198CD69-D5D8-56AF-90B6-93679EEDCE1D}" dt="2026-03-17T16:56:14.462" v="1570" actId="1036"/>
          <ac:cxnSpMkLst>
            <pc:docMk/>
            <pc:sldMk cId="382544076" sldId="293"/>
            <ac:cxnSpMk id="18" creationId="{69376059-132A-37E0-6BCC-55499BE333E3}"/>
          </ac:cxnSpMkLst>
        </pc:cxnChg>
        <pc:cxnChg chg="add mod">
          <ac:chgData name="Sara Tanovic" userId="f353ab82-bd92-4c89-8251-9c3370876dd6" providerId="ADAL" clId="{A198CD69-D5D8-56AF-90B6-93679EEDCE1D}" dt="2026-03-17T16:56:06.056" v="1565" actId="1037"/>
          <ac:cxnSpMkLst>
            <pc:docMk/>
            <pc:sldMk cId="382544076" sldId="293"/>
            <ac:cxnSpMk id="19" creationId="{688093DE-CA13-C231-9128-157B068158C0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1105141050" sldId="294"/>
        </pc:sldMkLst>
        <pc:picChg chg="add mod">
          <ac:chgData name="Sara Tanovic" userId="f353ab82-bd92-4c89-8251-9c3370876dd6" providerId="ADAL" clId="{A198CD69-D5D8-56AF-90B6-93679EEDCE1D}" dt="2026-03-16T16:19:31.907" v="125" actId="1076"/>
          <ac:picMkLst>
            <pc:docMk/>
            <pc:sldMk cId="1105141050" sldId="294"/>
            <ac:picMk id="3" creationId="{8D98CB3C-A91C-1294-74D3-1C2BF8123658}"/>
          </ac:picMkLst>
        </pc:picChg>
        <pc:picChg chg="add">
          <ac:chgData name="Sara Tanovic" userId="f353ab82-bd92-4c89-8251-9c3370876dd6" providerId="ADAL" clId="{A198CD69-D5D8-56AF-90B6-93679EEDCE1D}" dt="2026-03-16T16:19:34.687" v="126"/>
          <ac:picMkLst>
            <pc:docMk/>
            <pc:sldMk cId="1105141050" sldId="294"/>
            <ac:picMk id="4" creationId="{45D3A464-831C-C305-34DC-379295E53411}"/>
          </ac:picMkLst>
        </pc:picChg>
        <pc:picChg chg="add mod">
          <ac:chgData name="Sara Tanovic" userId="f353ab82-bd92-4c89-8251-9c3370876dd6" providerId="ADAL" clId="{A198CD69-D5D8-56AF-90B6-93679EEDCE1D}" dt="2026-03-16T16:19:38.723" v="128" actId="1076"/>
          <ac:picMkLst>
            <pc:docMk/>
            <pc:sldMk cId="1105141050" sldId="294"/>
            <ac:picMk id="5" creationId="{5083C2FF-6409-9AB1-025A-AB4BCEEE7580}"/>
          </ac:picMkLst>
        </pc:picChg>
      </pc:sldChg>
      <pc:sldChg chg="addSp modSp mod">
        <pc:chgData name="Sara Tanovic" userId="f353ab82-bd92-4c89-8251-9c3370876dd6" providerId="ADAL" clId="{A198CD69-D5D8-56AF-90B6-93679EEDCE1D}" dt="2026-03-17T16:55:22.938" v="1539" actId="14100"/>
        <pc:sldMkLst>
          <pc:docMk/>
          <pc:sldMk cId="3267325052" sldId="295"/>
        </pc:sldMkLst>
        <pc:picChg chg="add mod">
          <ac:chgData name="Sara Tanovic" userId="f353ab82-bd92-4c89-8251-9c3370876dd6" providerId="ADAL" clId="{A198CD69-D5D8-56AF-90B6-93679EEDCE1D}" dt="2026-03-17T16:54:44.822" v="1521" actId="12789"/>
          <ac:picMkLst>
            <pc:docMk/>
            <pc:sldMk cId="3267325052" sldId="295"/>
            <ac:picMk id="3" creationId="{0AB04AF2-85D2-30D6-30DC-C3F46E923379}"/>
          </ac:picMkLst>
        </pc:picChg>
        <pc:picChg chg="add mod">
          <ac:chgData name="Sara Tanovic" userId="f353ab82-bd92-4c89-8251-9c3370876dd6" providerId="ADAL" clId="{A198CD69-D5D8-56AF-90B6-93679EEDCE1D}" dt="2026-03-17T16:54:49.154" v="1522" actId="1076"/>
          <ac:picMkLst>
            <pc:docMk/>
            <pc:sldMk cId="3267325052" sldId="295"/>
            <ac:picMk id="4" creationId="{EE332E91-C2CF-A6FF-59A9-DEFF484AF472}"/>
          </ac:picMkLst>
        </pc:picChg>
        <pc:picChg chg="add mod">
          <ac:chgData name="Sara Tanovic" userId="f353ab82-bd92-4c89-8251-9c3370876dd6" providerId="ADAL" clId="{A198CD69-D5D8-56AF-90B6-93679EEDCE1D}" dt="2026-03-17T16:54:44.822" v="1521" actId="12789"/>
          <ac:picMkLst>
            <pc:docMk/>
            <pc:sldMk cId="3267325052" sldId="295"/>
            <ac:picMk id="5" creationId="{3F850D71-E9A9-50F8-DCED-26D2AA4F4E93}"/>
          </ac:picMkLst>
        </pc:picChg>
        <pc:picChg chg="add mod">
          <ac:chgData name="Sara Tanovic" userId="f353ab82-bd92-4c89-8251-9c3370876dd6" providerId="ADAL" clId="{A198CD69-D5D8-56AF-90B6-93679EEDCE1D}" dt="2026-03-17T16:54:07.102" v="1509" actId="1076"/>
          <ac:picMkLst>
            <pc:docMk/>
            <pc:sldMk cId="3267325052" sldId="295"/>
            <ac:picMk id="6" creationId="{BBA156B8-2B53-F441-1DF9-B7D18AFD5922}"/>
          </ac:picMkLst>
        </pc:picChg>
        <pc:picChg chg="add mod">
          <ac:chgData name="Sara Tanovic" userId="f353ab82-bd92-4c89-8251-9c3370876dd6" providerId="ADAL" clId="{A198CD69-D5D8-56AF-90B6-93679EEDCE1D}" dt="2026-03-17T16:55:03.488" v="1530" actId="1076"/>
          <ac:picMkLst>
            <pc:docMk/>
            <pc:sldMk cId="3267325052" sldId="295"/>
            <ac:picMk id="7" creationId="{5CCC7443-CB0E-1C14-DB55-45BF83232DDF}"/>
          </ac:picMkLst>
        </pc:picChg>
        <pc:picChg chg="add mod">
          <ac:chgData name="Sara Tanovic" userId="f353ab82-bd92-4c89-8251-9c3370876dd6" providerId="ADAL" clId="{A198CD69-D5D8-56AF-90B6-93679EEDCE1D}" dt="2026-03-17T16:54:18.904" v="1512" actId="1076"/>
          <ac:picMkLst>
            <pc:docMk/>
            <pc:sldMk cId="3267325052" sldId="295"/>
            <ac:picMk id="8" creationId="{2A9F069A-5E31-E4D2-5325-7467ACF0221D}"/>
          </ac:picMkLst>
        </pc:picChg>
        <pc:picChg chg="add mod">
          <ac:chgData name="Sara Tanovic" userId="f353ab82-bd92-4c89-8251-9c3370876dd6" providerId="ADAL" clId="{A198CD69-D5D8-56AF-90B6-93679EEDCE1D}" dt="2026-03-17T16:55:15.672" v="1536" actId="1076"/>
          <ac:picMkLst>
            <pc:docMk/>
            <pc:sldMk cId="3267325052" sldId="295"/>
            <ac:picMk id="9" creationId="{5F70AAD3-53B9-ADC9-0CCF-6520F69691BB}"/>
          </ac:picMkLst>
        </pc:picChg>
        <pc:cxnChg chg="add mod">
          <ac:chgData name="Sara Tanovic" userId="f353ab82-bd92-4c89-8251-9c3370876dd6" providerId="ADAL" clId="{A198CD69-D5D8-56AF-90B6-93679EEDCE1D}" dt="2026-03-17T16:54:44.822" v="1521" actId="12789"/>
          <ac:cxnSpMkLst>
            <pc:docMk/>
            <pc:sldMk cId="3267325052" sldId="295"/>
            <ac:cxnSpMk id="10" creationId="{BFFD5BD3-C16C-F991-49A4-359DA3D0C70D}"/>
          </ac:cxnSpMkLst>
        </pc:cxnChg>
        <pc:cxnChg chg="add mod">
          <ac:chgData name="Sara Tanovic" userId="f353ab82-bd92-4c89-8251-9c3370876dd6" providerId="ADAL" clId="{A198CD69-D5D8-56AF-90B6-93679EEDCE1D}" dt="2026-03-17T16:54:44.822" v="1521" actId="12789"/>
          <ac:cxnSpMkLst>
            <pc:docMk/>
            <pc:sldMk cId="3267325052" sldId="295"/>
            <ac:cxnSpMk id="11" creationId="{65F3DFD1-E232-AD4C-EC47-252D50587347}"/>
          </ac:cxnSpMkLst>
        </pc:cxnChg>
        <pc:cxnChg chg="add mod">
          <ac:chgData name="Sara Tanovic" userId="f353ab82-bd92-4c89-8251-9c3370876dd6" providerId="ADAL" clId="{A198CD69-D5D8-56AF-90B6-93679EEDCE1D}" dt="2026-03-17T16:54:54.771" v="1525" actId="14100"/>
          <ac:cxnSpMkLst>
            <pc:docMk/>
            <pc:sldMk cId="3267325052" sldId="295"/>
            <ac:cxnSpMk id="16" creationId="{A97BDFAE-3033-1CC2-D888-94AE64CE3D31}"/>
          </ac:cxnSpMkLst>
        </pc:cxnChg>
        <pc:cxnChg chg="add mod">
          <ac:chgData name="Sara Tanovic" userId="f353ab82-bd92-4c89-8251-9c3370876dd6" providerId="ADAL" clId="{A198CD69-D5D8-56AF-90B6-93679EEDCE1D}" dt="2026-03-17T16:55:03.488" v="1530" actId="1076"/>
          <ac:cxnSpMkLst>
            <pc:docMk/>
            <pc:sldMk cId="3267325052" sldId="295"/>
            <ac:cxnSpMk id="19" creationId="{7B560D09-7C70-4867-7A2D-082F1CF707FF}"/>
          </ac:cxnSpMkLst>
        </pc:cxnChg>
        <pc:cxnChg chg="add mod">
          <ac:chgData name="Sara Tanovic" userId="f353ab82-bd92-4c89-8251-9c3370876dd6" providerId="ADAL" clId="{A198CD69-D5D8-56AF-90B6-93679EEDCE1D}" dt="2026-03-17T16:55:15.672" v="1536" actId="1076"/>
          <ac:cxnSpMkLst>
            <pc:docMk/>
            <pc:sldMk cId="3267325052" sldId="295"/>
            <ac:cxnSpMk id="24" creationId="{181E3786-C129-6F19-B2BA-B6AFD6CBDAF6}"/>
          </ac:cxnSpMkLst>
        </pc:cxnChg>
        <pc:cxnChg chg="add mod">
          <ac:chgData name="Sara Tanovic" userId="f353ab82-bd92-4c89-8251-9c3370876dd6" providerId="ADAL" clId="{A198CD69-D5D8-56AF-90B6-93679EEDCE1D}" dt="2026-03-17T16:55:22.938" v="1539" actId="14100"/>
          <ac:cxnSpMkLst>
            <pc:docMk/>
            <pc:sldMk cId="3267325052" sldId="295"/>
            <ac:cxnSpMk id="28" creationId="{66E2C2CF-4E2A-32C8-CB2E-F29159F1ED79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4169577154" sldId="296"/>
        </pc:sldMkLst>
        <pc:picChg chg="add mod">
          <ac:chgData name="Sara Tanovic" userId="f353ab82-bd92-4c89-8251-9c3370876dd6" providerId="ADAL" clId="{A198CD69-D5D8-56AF-90B6-93679EEDCE1D}" dt="2026-03-16T16:19:55.791" v="130" actId="1076"/>
          <ac:picMkLst>
            <pc:docMk/>
            <pc:sldMk cId="4169577154" sldId="296"/>
            <ac:picMk id="3" creationId="{6865030C-5E3E-FD51-8E68-E06F2247BCF5}"/>
          </ac:picMkLst>
        </pc:picChg>
        <pc:picChg chg="add mod">
          <ac:chgData name="Sara Tanovic" userId="f353ab82-bd92-4c89-8251-9c3370876dd6" providerId="ADAL" clId="{A198CD69-D5D8-56AF-90B6-93679EEDCE1D}" dt="2026-03-16T16:19:57.107" v="132" actId="1076"/>
          <ac:picMkLst>
            <pc:docMk/>
            <pc:sldMk cId="4169577154" sldId="296"/>
            <ac:picMk id="4" creationId="{4CB44A48-7833-8B67-DECB-B90BB031067D}"/>
          </ac:picMkLst>
        </pc:picChg>
        <pc:picChg chg="add mod">
          <ac:chgData name="Sara Tanovic" userId="f353ab82-bd92-4c89-8251-9c3370876dd6" providerId="ADAL" clId="{A198CD69-D5D8-56AF-90B6-93679EEDCE1D}" dt="2026-03-16T16:20:01.640" v="134" actId="1076"/>
          <ac:picMkLst>
            <pc:docMk/>
            <pc:sldMk cId="4169577154" sldId="296"/>
            <ac:picMk id="5" creationId="{CEA9E7F6-4616-8122-15E4-B4E1785309D7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6:53:28.907" v="1501" actId="14100"/>
        <pc:sldMkLst>
          <pc:docMk/>
          <pc:sldMk cId="204028254" sldId="297"/>
        </pc:sldMkLst>
        <pc:picChg chg="add del mod">
          <ac:chgData name="Sara Tanovic" userId="f353ab82-bd92-4c89-8251-9c3370876dd6" providerId="ADAL" clId="{A198CD69-D5D8-56AF-90B6-93679EEDCE1D}" dt="2026-03-17T16:52:36.501" v="1484" actId="478"/>
          <ac:picMkLst>
            <pc:docMk/>
            <pc:sldMk cId="204028254" sldId="297"/>
            <ac:picMk id="3" creationId="{8DC0B7B2-B4D1-E607-ECE5-6A2CF59CAD3A}"/>
          </ac:picMkLst>
        </pc:picChg>
        <pc:picChg chg="add del mod">
          <ac:chgData name="Sara Tanovic" userId="f353ab82-bd92-4c89-8251-9c3370876dd6" providerId="ADAL" clId="{A198CD69-D5D8-56AF-90B6-93679EEDCE1D}" dt="2026-03-17T16:52:36.501" v="1484" actId="478"/>
          <ac:picMkLst>
            <pc:docMk/>
            <pc:sldMk cId="204028254" sldId="297"/>
            <ac:picMk id="4" creationId="{090D181E-267D-6354-3E77-6E94D5F0DD0E}"/>
          </ac:picMkLst>
        </pc:picChg>
        <pc:picChg chg="add del mod">
          <ac:chgData name="Sara Tanovic" userId="f353ab82-bd92-4c89-8251-9c3370876dd6" providerId="ADAL" clId="{A198CD69-D5D8-56AF-90B6-93679EEDCE1D}" dt="2026-03-17T16:52:36.501" v="1484" actId="478"/>
          <ac:picMkLst>
            <pc:docMk/>
            <pc:sldMk cId="204028254" sldId="297"/>
            <ac:picMk id="5" creationId="{2D5CF2F7-7EB0-8552-E3B3-9E7AE9B55CCC}"/>
          </ac:picMkLst>
        </pc:picChg>
        <pc:picChg chg="add mod">
          <ac:chgData name="Sara Tanovic" userId="f353ab82-bd92-4c89-8251-9c3370876dd6" providerId="ADAL" clId="{A198CD69-D5D8-56AF-90B6-93679EEDCE1D}" dt="2026-03-17T16:52:53.753" v="1488" actId="1076"/>
          <ac:picMkLst>
            <pc:docMk/>
            <pc:sldMk cId="204028254" sldId="297"/>
            <ac:picMk id="6" creationId="{CDD18A8A-0FB8-B842-F7F5-2D2F45489A85}"/>
          </ac:picMkLst>
        </pc:picChg>
        <pc:picChg chg="add mod">
          <ac:chgData name="Sara Tanovic" userId="f353ab82-bd92-4c89-8251-9c3370876dd6" providerId="ADAL" clId="{A198CD69-D5D8-56AF-90B6-93679EEDCE1D}" dt="2026-03-17T16:53:06.641" v="1492" actId="553"/>
          <ac:picMkLst>
            <pc:docMk/>
            <pc:sldMk cId="204028254" sldId="297"/>
            <ac:picMk id="7" creationId="{CA0D0C23-1242-2438-BC34-D9C9F26E7553}"/>
          </ac:picMkLst>
        </pc:picChg>
        <pc:picChg chg="add mod">
          <ac:chgData name="Sara Tanovic" userId="f353ab82-bd92-4c89-8251-9c3370876dd6" providerId="ADAL" clId="{A198CD69-D5D8-56AF-90B6-93679EEDCE1D}" dt="2026-03-17T16:53:06.641" v="1492" actId="553"/>
          <ac:picMkLst>
            <pc:docMk/>
            <pc:sldMk cId="204028254" sldId="297"/>
            <ac:picMk id="8" creationId="{27BC312C-FA71-B75A-DBF8-F4F8036E4421}"/>
          </ac:picMkLst>
        </pc:picChg>
        <pc:picChg chg="add mod">
          <ac:chgData name="Sara Tanovic" userId="f353ab82-bd92-4c89-8251-9c3370876dd6" providerId="ADAL" clId="{A198CD69-D5D8-56AF-90B6-93679EEDCE1D}" dt="2026-03-17T16:52:36.697" v="1485"/>
          <ac:picMkLst>
            <pc:docMk/>
            <pc:sldMk cId="204028254" sldId="297"/>
            <ac:picMk id="9" creationId="{A38F8FFB-FB64-1ADD-0FB9-DD719D68DD03}"/>
          </ac:picMkLst>
        </pc:picChg>
        <pc:picChg chg="add mod">
          <ac:chgData name="Sara Tanovic" userId="f353ab82-bd92-4c89-8251-9c3370876dd6" providerId="ADAL" clId="{A198CD69-D5D8-56AF-90B6-93679EEDCE1D}" dt="2026-03-17T16:52:36.697" v="1485"/>
          <ac:picMkLst>
            <pc:docMk/>
            <pc:sldMk cId="204028254" sldId="297"/>
            <ac:picMk id="10" creationId="{7C047293-54EA-FBEE-4BB3-B1C156BB6000}"/>
          </ac:picMkLst>
        </pc:picChg>
        <pc:picChg chg="add mod">
          <ac:chgData name="Sara Tanovic" userId="f353ab82-bd92-4c89-8251-9c3370876dd6" providerId="ADAL" clId="{A198CD69-D5D8-56AF-90B6-93679EEDCE1D}" dt="2026-03-17T16:52:36.697" v="1485"/>
          <ac:picMkLst>
            <pc:docMk/>
            <pc:sldMk cId="204028254" sldId="297"/>
            <ac:picMk id="11" creationId="{D6C4E9A3-D999-DF76-2CF0-5FBDAD259AC9}"/>
          </ac:picMkLst>
        </pc:picChg>
        <pc:cxnChg chg="add mod">
          <ac:chgData name="Sara Tanovic" userId="f353ab82-bd92-4c89-8251-9c3370876dd6" providerId="ADAL" clId="{A198CD69-D5D8-56AF-90B6-93679EEDCE1D}" dt="2026-03-17T16:52:36.697" v="1485"/>
          <ac:cxnSpMkLst>
            <pc:docMk/>
            <pc:sldMk cId="204028254" sldId="297"/>
            <ac:cxnSpMk id="12" creationId="{430AF2BE-0623-3945-E55F-CEAADDDD8CB7}"/>
          </ac:cxnSpMkLst>
        </pc:cxnChg>
        <pc:cxnChg chg="add mod">
          <ac:chgData name="Sara Tanovic" userId="f353ab82-bd92-4c89-8251-9c3370876dd6" providerId="ADAL" clId="{A198CD69-D5D8-56AF-90B6-93679EEDCE1D}" dt="2026-03-17T16:52:36.697" v="1485"/>
          <ac:cxnSpMkLst>
            <pc:docMk/>
            <pc:sldMk cId="204028254" sldId="297"/>
            <ac:cxnSpMk id="13" creationId="{787C4E11-FD37-C2E4-D6A8-B6232FF6C159}"/>
          </ac:cxnSpMkLst>
        </pc:cxnChg>
        <pc:cxnChg chg="add mod">
          <ac:chgData name="Sara Tanovic" userId="f353ab82-bd92-4c89-8251-9c3370876dd6" providerId="ADAL" clId="{A198CD69-D5D8-56AF-90B6-93679EEDCE1D}" dt="2026-03-17T16:53:18.736" v="1495" actId="14100"/>
          <ac:cxnSpMkLst>
            <pc:docMk/>
            <pc:sldMk cId="204028254" sldId="297"/>
            <ac:cxnSpMk id="14" creationId="{9FE91D61-C851-9DDC-8557-2B4832DED083}"/>
          </ac:cxnSpMkLst>
        </pc:cxnChg>
        <pc:cxnChg chg="add mod">
          <ac:chgData name="Sara Tanovic" userId="f353ab82-bd92-4c89-8251-9c3370876dd6" providerId="ADAL" clId="{A198CD69-D5D8-56AF-90B6-93679EEDCE1D}" dt="2026-03-17T16:53:22.503" v="1498" actId="14100"/>
          <ac:cxnSpMkLst>
            <pc:docMk/>
            <pc:sldMk cId="204028254" sldId="297"/>
            <ac:cxnSpMk id="17" creationId="{E4DBE501-970F-B700-DE5A-13139E83234B}"/>
          </ac:cxnSpMkLst>
        </pc:cxnChg>
        <pc:cxnChg chg="add mod">
          <ac:chgData name="Sara Tanovic" userId="f353ab82-bd92-4c89-8251-9c3370876dd6" providerId="ADAL" clId="{A198CD69-D5D8-56AF-90B6-93679EEDCE1D}" dt="2026-03-17T16:53:28.907" v="1501" actId="14100"/>
          <ac:cxnSpMkLst>
            <pc:docMk/>
            <pc:sldMk cId="204028254" sldId="297"/>
            <ac:cxnSpMk id="20" creationId="{412761A7-3D8E-9A2A-873E-679AFFFB96F9}"/>
          </ac:cxnSpMkLst>
        </pc:cxnChg>
      </pc:sldChg>
      <pc:sldChg chg="addSp del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1997153541" sldId="298"/>
        </pc:sldMkLst>
      </pc:sldChg>
      <pc:sldChg chg="addSp del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2459387300" sldId="300"/>
        </pc:sldMkLst>
        <pc:picChg chg="add mod">
          <ac:chgData name="Sara Tanovic" userId="f353ab82-bd92-4c89-8251-9c3370876dd6" providerId="ADAL" clId="{A198CD69-D5D8-56AF-90B6-93679EEDCE1D}" dt="2026-03-16T16:21:27.615" v="148"/>
          <ac:picMkLst>
            <pc:docMk/>
            <pc:sldMk cId="2459387300" sldId="300"/>
            <ac:picMk id="6" creationId="{47F65B0E-E44B-211A-88B4-CECD6B85F0EA}"/>
          </ac:picMkLst>
        </pc:picChg>
        <pc:picChg chg="add mod">
          <ac:chgData name="Sara Tanovic" userId="f353ab82-bd92-4c89-8251-9c3370876dd6" providerId="ADAL" clId="{A198CD69-D5D8-56AF-90B6-93679EEDCE1D}" dt="2026-03-16T16:21:27.615" v="148"/>
          <ac:picMkLst>
            <pc:docMk/>
            <pc:sldMk cId="2459387300" sldId="300"/>
            <ac:picMk id="7" creationId="{D603BE2F-E8D1-54D4-EB56-E1BF7E2FF77A}"/>
          </ac:picMkLst>
        </pc:picChg>
        <pc:picChg chg="add mod">
          <ac:chgData name="Sara Tanovic" userId="f353ab82-bd92-4c89-8251-9c3370876dd6" providerId="ADAL" clId="{A198CD69-D5D8-56AF-90B6-93679EEDCE1D}" dt="2026-03-16T16:21:27.615" v="148"/>
          <ac:picMkLst>
            <pc:docMk/>
            <pc:sldMk cId="2459387300" sldId="300"/>
            <ac:picMk id="8" creationId="{12EEEDB8-9995-CB04-11A4-18D39BD045FC}"/>
          </ac:picMkLst>
        </pc:picChg>
      </pc:sldChg>
      <pc:sldChg chg="addSp modSp mod">
        <pc:chgData name="Sara Tanovic" userId="f353ab82-bd92-4c89-8251-9c3370876dd6" providerId="ADAL" clId="{A198CD69-D5D8-56AF-90B6-93679EEDCE1D}" dt="2026-03-17T16:51:55.184" v="1480" actId="208"/>
        <pc:sldMkLst>
          <pc:docMk/>
          <pc:sldMk cId="2434507196" sldId="301"/>
        </pc:sldMkLst>
        <pc:picChg chg="add mod">
          <ac:chgData name="Sara Tanovic" userId="f353ab82-bd92-4c89-8251-9c3370876dd6" providerId="ADAL" clId="{A198CD69-D5D8-56AF-90B6-93679EEDCE1D}" dt="2026-03-17T16:51:55.184" v="1480" actId="208"/>
          <ac:picMkLst>
            <pc:docMk/>
            <pc:sldMk cId="2434507196" sldId="301"/>
            <ac:picMk id="3" creationId="{0D1F25FC-DCE9-27D9-862A-3A3029D65D56}"/>
          </ac:picMkLst>
        </pc:picChg>
        <pc:picChg chg="add mod">
          <ac:chgData name="Sara Tanovic" userId="f353ab82-bd92-4c89-8251-9c3370876dd6" providerId="ADAL" clId="{A198CD69-D5D8-56AF-90B6-93679EEDCE1D}" dt="2026-03-17T16:51:55.184" v="1480" actId="208"/>
          <ac:picMkLst>
            <pc:docMk/>
            <pc:sldMk cId="2434507196" sldId="301"/>
            <ac:picMk id="4" creationId="{991FCC91-60B1-C363-F58A-786E57A37A12}"/>
          </ac:picMkLst>
        </pc:picChg>
        <pc:picChg chg="add mod">
          <ac:chgData name="Sara Tanovic" userId="f353ab82-bd92-4c89-8251-9c3370876dd6" providerId="ADAL" clId="{A198CD69-D5D8-56AF-90B6-93679EEDCE1D}" dt="2026-03-17T16:51:55.184" v="1480" actId="208"/>
          <ac:picMkLst>
            <pc:docMk/>
            <pc:sldMk cId="2434507196" sldId="301"/>
            <ac:picMk id="5" creationId="{CE4DE724-254A-A519-2929-97AC7C33AECD}"/>
          </ac:picMkLst>
        </pc:picChg>
        <pc:picChg chg="add mod">
          <ac:chgData name="Sara Tanovic" userId="f353ab82-bd92-4c89-8251-9c3370876dd6" providerId="ADAL" clId="{A198CD69-D5D8-56AF-90B6-93679EEDCE1D}" dt="2026-03-17T16:51:55.184" v="1480" actId="208"/>
          <ac:picMkLst>
            <pc:docMk/>
            <pc:sldMk cId="2434507196" sldId="301"/>
            <ac:picMk id="6" creationId="{96AD655E-3437-EE47-89C4-D2840A74275A}"/>
          </ac:picMkLst>
        </pc:picChg>
        <pc:picChg chg="add mod">
          <ac:chgData name="Sara Tanovic" userId="f353ab82-bd92-4c89-8251-9c3370876dd6" providerId="ADAL" clId="{A198CD69-D5D8-56AF-90B6-93679EEDCE1D}" dt="2026-03-17T16:51:55.184" v="1480" actId="208"/>
          <ac:picMkLst>
            <pc:docMk/>
            <pc:sldMk cId="2434507196" sldId="301"/>
            <ac:picMk id="7" creationId="{C77D3A15-025B-FBB2-A19A-3926D6665063}"/>
          </ac:picMkLst>
        </pc:picChg>
        <pc:picChg chg="add mod">
          <ac:chgData name="Sara Tanovic" userId="f353ab82-bd92-4c89-8251-9c3370876dd6" providerId="ADAL" clId="{A198CD69-D5D8-56AF-90B6-93679EEDCE1D}" dt="2026-03-17T16:51:55.184" v="1480" actId="208"/>
          <ac:picMkLst>
            <pc:docMk/>
            <pc:sldMk cId="2434507196" sldId="301"/>
            <ac:picMk id="8" creationId="{9D24AC22-C635-A553-EC42-8445E6BB6CA9}"/>
          </ac:picMkLst>
        </pc:picChg>
        <pc:cxnChg chg="add mod">
          <ac:chgData name="Sara Tanovic" userId="f353ab82-bd92-4c89-8251-9c3370876dd6" providerId="ADAL" clId="{A198CD69-D5D8-56AF-90B6-93679EEDCE1D}" dt="2026-03-17T16:51:55.184" v="1480" actId="208"/>
          <ac:cxnSpMkLst>
            <pc:docMk/>
            <pc:sldMk cId="2434507196" sldId="301"/>
            <ac:cxnSpMk id="10" creationId="{4E22A06F-DC12-6A99-B482-38B47287AA72}"/>
          </ac:cxnSpMkLst>
        </pc:cxnChg>
        <pc:cxnChg chg="add mod">
          <ac:chgData name="Sara Tanovic" userId="f353ab82-bd92-4c89-8251-9c3370876dd6" providerId="ADAL" clId="{A198CD69-D5D8-56AF-90B6-93679EEDCE1D}" dt="2026-03-17T16:51:36.901" v="1473" actId="14100"/>
          <ac:cxnSpMkLst>
            <pc:docMk/>
            <pc:sldMk cId="2434507196" sldId="301"/>
            <ac:cxnSpMk id="11" creationId="{C75A7366-C83E-F954-B02A-C901A96749F3}"/>
          </ac:cxnSpMkLst>
        </pc:cxnChg>
        <pc:cxnChg chg="add mod">
          <ac:chgData name="Sara Tanovic" userId="f353ab82-bd92-4c89-8251-9c3370876dd6" providerId="ADAL" clId="{A198CD69-D5D8-56AF-90B6-93679EEDCE1D}" dt="2026-03-17T16:51:55.184" v="1480" actId="208"/>
          <ac:cxnSpMkLst>
            <pc:docMk/>
            <pc:sldMk cId="2434507196" sldId="301"/>
            <ac:cxnSpMk id="14" creationId="{453E6589-E97F-F900-C3BF-CBA4A97A808F}"/>
          </ac:cxnSpMkLst>
        </pc:cxnChg>
        <pc:cxnChg chg="add mod">
          <ac:chgData name="Sara Tanovic" userId="f353ab82-bd92-4c89-8251-9c3370876dd6" providerId="ADAL" clId="{A198CD69-D5D8-56AF-90B6-93679EEDCE1D}" dt="2026-03-17T16:51:55.184" v="1480" actId="208"/>
          <ac:cxnSpMkLst>
            <pc:docMk/>
            <pc:sldMk cId="2434507196" sldId="301"/>
            <ac:cxnSpMk id="18" creationId="{C8DB0620-5353-5180-44AD-EEC557A62CD9}"/>
          </ac:cxnSpMkLst>
        </pc:cxnChg>
        <pc:cxnChg chg="add mod">
          <ac:chgData name="Sara Tanovic" userId="f353ab82-bd92-4c89-8251-9c3370876dd6" providerId="ADAL" clId="{A198CD69-D5D8-56AF-90B6-93679EEDCE1D}" dt="2026-03-17T16:51:55.184" v="1480" actId="208"/>
          <ac:cxnSpMkLst>
            <pc:docMk/>
            <pc:sldMk cId="2434507196" sldId="301"/>
            <ac:cxnSpMk id="19" creationId="{86345C76-B22C-DE46-FAE4-63AC52A00C45}"/>
          </ac:cxnSpMkLst>
        </pc:cxnChg>
      </pc:sldChg>
      <pc:sldChg chg="addSp modSp del">
        <pc:chgData name="Sara Tanovic" userId="f353ab82-bd92-4c89-8251-9c3370876dd6" providerId="ADAL" clId="{A198CD69-D5D8-56AF-90B6-93679EEDCE1D}" dt="2026-03-18T15:46:10.136" v="1822" actId="2696"/>
        <pc:sldMkLst>
          <pc:docMk/>
          <pc:sldMk cId="2046056206" sldId="302"/>
        </pc:sldMkLst>
        <pc:picChg chg="add mod">
          <ac:chgData name="Sara Tanovic" userId="f353ab82-bd92-4c89-8251-9c3370876dd6" providerId="ADAL" clId="{A198CD69-D5D8-56AF-90B6-93679EEDCE1D}" dt="2026-03-16T16:21:13.374" v="146"/>
          <ac:picMkLst>
            <pc:docMk/>
            <pc:sldMk cId="2046056206" sldId="302"/>
            <ac:picMk id="3" creationId="{A3D024AD-2A78-1D5D-7C76-452FB9529CBF}"/>
          </ac:picMkLst>
        </pc:picChg>
        <pc:picChg chg="add mod">
          <ac:chgData name="Sara Tanovic" userId="f353ab82-bd92-4c89-8251-9c3370876dd6" providerId="ADAL" clId="{A198CD69-D5D8-56AF-90B6-93679EEDCE1D}" dt="2026-03-16T16:21:13.374" v="146"/>
          <ac:picMkLst>
            <pc:docMk/>
            <pc:sldMk cId="2046056206" sldId="302"/>
            <ac:picMk id="4" creationId="{8B4B9CE1-1436-469D-7838-EE88B706474F}"/>
          </ac:picMkLst>
        </pc:picChg>
        <pc:picChg chg="add mod">
          <ac:chgData name="Sara Tanovic" userId="f353ab82-bd92-4c89-8251-9c3370876dd6" providerId="ADAL" clId="{A198CD69-D5D8-56AF-90B6-93679EEDCE1D}" dt="2026-03-16T16:21:13.374" v="146"/>
          <ac:picMkLst>
            <pc:docMk/>
            <pc:sldMk cId="2046056206" sldId="302"/>
            <ac:picMk id="5" creationId="{4E820921-E864-C477-8314-07188ED495B7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6:50:39.234" v="1458" actId="208"/>
        <pc:sldMkLst>
          <pc:docMk/>
          <pc:sldMk cId="723997691" sldId="303"/>
        </pc:sldMkLst>
        <pc:picChg chg="add mod">
          <ac:chgData name="Sara Tanovic" userId="f353ab82-bd92-4c89-8251-9c3370876dd6" providerId="ADAL" clId="{A198CD69-D5D8-56AF-90B6-93679EEDCE1D}" dt="2026-03-17T16:50:39.234" v="1458" actId="208"/>
          <ac:picMkLst>
            <pc:docMk/>
            <pc:sldMk cId="723997691" sldId="303"/>
            <ac:picMk id="3" creationId="{066FE77C-3DEC-D904-A620-47C3D813A60A}"/>
          </ac:picMkLst>
        </pc:picChg>
        <pc:picChg chg="add mod">
          <ac:chgData name="Sara Tanovic" userId="f353ab82-bd92-4c89-8251-9c3370876dd6" providerId="ADAL" clId="{A198CD69-D5D8-56AF-90B6-93679EEDCE1D}" dt="2026-03-17T16:50:39.234" v="1458" actId="208"/>
          <ac:picMkLst>
            <pc:docMk/>
            <pc:sldMk cId="723997691" sldId="303"/>
            <ac:picMk id="4" creationId="{E0408FB4-E142-FE07-33A9-E7401BA878D5}"/>
          </ac:picMkLst>
        </pc:picChg>
        <pc:picChg chg="add">
          <ac:chgData name="Sara Tanovic" userId="f353ab82-bd92-4c89-8251-9c3370876dd6" providerId="ADAL" clId="{A198CD69-D5D8-56AF-90B6-93679EEDCE1D}" dt="2026-03-17T16:47:08.800" v="1394"/>
          <ac:picMkLst>
            <pc:docMk/>
            <pc:sldMk cId="723997691" sldId="303"/>
            <ac:picMk id="5" creationId="{FB98E1DB-FC82-88DE-7867-D2CC9971E278}"/>
          </ac:picMkLst>
        </pc:picChg>
        <pc:picChg chg="add mod">
          <ac:chgData name="Sara Tanovic" userId="f353ab82-bd92-4c89-8251-9c3370876dd6" providerId="ADAL" clId="{A198CD69-D5D8-56AF-90B6-93679EEDCE1D}" dt="2026-03-17T16:50:39.234" v="1458" actId="208"/>
          <ac:picMkLst>
            <pc:docMk/>
            <pc:sldMk cId="723997691" sldId="303"/>
            <ac:picMk id="6" creationId="{9A4D03DA-01D7-08F9-86CD-44B82E95649C}"/>
          </ac:picMkLst>
        </pc:picChg>
        <pc:picChg chg="add mod">
          <ac:chgData name="Sara Tanovic" userId="f353ab82-bd92-4c89-8251-9c3370876dd6" providerId="ADAL" clId="{A198CD69-D5D8-56AF-90B6-93679EEDCE1D}" dt="2026-03-17T16:50:39.234" v="1458" actId="208"/>
          <ac:picMkLst>
            <pc:docMk/>
            <pc:sldMk cId="723997691" sldId="303"/>
            <ac:picMk id="7" creationId="{CAE9450B-C5C4-50B3-5711-ED98167C29BB}"/>
          </ac:picMkLst>
        </pc:picChg>
        <pc:picChg chg="add mod">
          <ac:chgData name="Sara Tanovic" userId="f353ab82-bd92-4c89-8251-9c3370876dd6" providerId="ADAL" clId="{A198CD69-D5D8-56AF-90B6-93679EEDCE1D}" dt="2026-03-17T16:50:39.234" v="1458" actId="208"/>
          <ac:picMkLst>
            <pc:docMk/>
            <pc:sldMk cId="723997691" sldId="303"/>
            <ac:picMk id="8" creationId="{E8A74E3C-0665-4A97-3A23-B15BFC2399E5}"/>
          </ac:picMkLst>
        </pc:picChg>
        <pc:picChg chg="add mod">
          <ac:chgData name="Sara Tanovic" userId="f353ab82-bd92-4c89-8251-9c3370876dd6" providerId="ADAL" clId="{A198CD69-D5D8-56AF-90B6-93679EEDCE1D}" dt="2026-03-17T16:50:39.234" v="1458" actId="208"/>
          <ac:picMkLst>
            <pc:docMk/>
            <pc:sldMk cId="723997691" sldId="303"/>
            <ac:picMk id="9" creationId="{C79AD309-BBDC-EE65-ED7E-9AF0B113FDAA}"/>
          </ac:picMkLst>
        </pc:picChg>
        <pc:cxnChg chg="add mod">
          <ac:chgData name="Sara Tanovic" userId="f353ab82-bd92-4c89-8251-9c3370876dd6" providerId="ADAL" clId="{A198CD69-D5D8-56AF-90B6-93679EEDCE1D}" dt="2026-03-17T16:50:39.234" v="1458" actId="208"/>
          <ac:cxnSpMkLst>
            <pc:docMk/>
            <pc:sldMk cId="723997691" sldId="303"/>
            <ac:cxnSpMk id="11" creationId="{0AEEB725-F695-E20C-0C00-4F9B8155AE33}"/>
          </ac:cxnSpMkLst>
        </pc:cxnChg>
        <pc:cxnChg chg="add mod">
          <ac:chgData name="Sara Tanovic" userId="f353ab82-bd92-4c89-8251-9c3370876dd6" providerId="ADAL" clId="{A198CD69-D5D8-56AF-90B6-93679EEDCE1D}" dt="2026-03-17T16:50:39.234" v="1458" actId="208"/>
          <ac:cxnSpMkLst>
            <pc:docMk/>
            <pc:sldMk cId="723997691" sldId="303"/>
            <ac:cxnSpMk id="13" creationId="{B48B3A3C-5D75-A48F-8943-3D163921EF83}"/>
          </ac:cxnSpMkLst>
        </pc:cxnChg>
        <pc:cxnChg chg="add del mod">
          <ac:chgData name="Sara Tanovic" userId="f353ab82-bd92-4c89-8251-9c3370876dd6" providerId="ADAL" clId="{A198CD69-D5D8-56AF-90B6-93679EEDCE1D}" dt="2026-03-17T16:50:18.459" v="1448" actId="11529"/>
          <ac:cxnSpMkLst>
            <pc:docMk/>
            <pc:sldMk cId="723997691" sldId="303"/>
            <ac:cxnSpMk id="15" creationId="{C36759D6-3395-87DA-0088-9E12E76864ED}"/>
          </ac:cxnSpMkLst>
        </pc:cxnChg>
        <pc:cxnChg chg="add mod">
          <ac:chgData name="Sara Tanovic" userId="f353ab82-bd92-4c89-8251-9c3370876dd6" providerId="ADAL" clId="{A198CD69-D5D8-56AF-90B6-93679EEDCE1D}" dt="2026-03-17T16:50:39.234" v="1458" actId="208"/>
          <ac:cxnSpMkLst>
            <pc:docMk/>
            <pc:sldMk cId="723997691" sldId="303"/>
            <ac:cxnSpMk id="16" creationId="{ED1186DF-7175-7AD2-CED2-2C76065B6C37}"/>
          </ac:cxnSpMkLst>
        </pc:cxnChg>
        <pc:cxnChg chg="add mod">
          <ac:chgData name="Sara Tanovic" userId="f353ab82-bd92-4c89-8251-9c3370876dd6" providerId="ADAL" clId="{A198CD69-D5D8-56AF-90B6-93679EEDCE1D}" dt="2026-03-17T16:50:39.234" v="1458" actId="208"/>
          <ac:cxnSpMkLst>
            <pc:docMk/>
            <pc:sldMk cId="723997691" sldId="303"/>
            <ac:cxnSpMk id="19" creationId="{233A9C9B-376B-4EB0-5FF0-045F38AD95C9}"/>
          </ac:cxnSpMkLst>
        </pc:cxnChg>
        <pc:cxnChg chg="add mod">
          <ac:chgData name="Sara Tanovic" userId="f353ab82-bd92-4c89-8251-9c3370876dd6" providerId="ADAL" clId="{A198CD69-D5D8-56AF-90B6-93679EEDCE1D}" dt="2026-03-17T16:50:35.167" v="1457" actId="14100"/>
          <ac:cxnSpMkLst>
            <pc:docMk/>
            <pc:sldMk cId="723997691" sldId="303"/>
            <ac:cxnSpMk id="22" creationId="{D4288897-1E8C-8CBC-34ED-3EA722E16C77}"/>
          </ac:cxnSpMkLst>
        </pc:cxnChg>
      </pc:sldChg>
      <pc:sldChg chg="addSp modSp del mod">
        <pc:chgData name="Sara Tanovic" userId="f353ab82-bd92-4c89-8251-9c3370876dd6" providerId="ADAL" clId="{A198CD69-D5D8-56AF-90B6-93679EEDCE1D}" dt="2026-03-18T15:46:10.136" v="1822" actId="2696"/>
        <pc:sldMkLst>
          <pc:docMk/>
          <pc:sldMk cId="3344614622" sldId="304"/>
        </pc:sldMkLst>
        <pc:picChg chg="add">
          <ac:chgData name="Sara Tanovic" userId="f353ab82-bd92-4c89-8251-9c3370876dd6" providerId="ADAL" clId="{A198CD69-D5D8-56AF-90B6-93679EEDCE1D}" dt="2026-03-16T16:21:36.651" v="149"/>
          <ac:picMkLst>
            <pc:docMk/>
            <pc:sldMk cId="3344614622" sldId="304"/>
            <ac:picMk id="3" creationId="{8F4027AA-2369-E507-AA93-8EFB961447B8}"/>
          </ac:picMkLst>
        </pc:picChg>
        <pc:picChg chg="add mod">
          <ac:chgData name="Sara Tanovic" userId="f353ab82-bd92-4c89-8251-9c3370876dd6" providerId="ADAL" clId="{A198CD69-D5D8-56AF-90B6-93679EEDCE1D}" dt="2026-03-16T16:21:41.164" v="151" actId="1076"/>
          <ac:picMkLst>
            <pc:docMk/>
            <pc:sldMk cId="3344614622" sldId="304"/>
            <ac:picMk id="4" creationId="{68C5DE0B-8666-20C3-EC99-5B03AD61EFFC}"/>
          </ac:picMkLst>
        </pc:picChg>
      </pc:sldChg>
      <pc:sldChg chg="addSp delSp modSp mod">
        <pc:chgData name="Sara Tanovic" userId="f353ab82-bd92-4c89-8251-9c3370876dd6" providerId="ADAL" clId="{A198CD69-D5D8-56AF-90B6-93679EEDCE1D}" dt="2026-03-17T16:49:19.650" v="1430" actId="208"/>
        <pc:sldMkLst>
          <pc:docMk/>
          <pc:sldMk cId="1051850503" sldId="305"/>
        </pc:sldMkLst>
        <pc:picChg chg="add mod">
          <ac:chgData name="Sara Tanovic" userId="f353ab82-bd92-4c89-8251-9c3370876dd6" providerId="ADAL" clId="{A198CD69-D5D8-56AF-90B6-93679EEDCE1D}" dt="2026-03-17T16:49:19.650" v="1430" actId="208"/>
          <ac:picMkLst>
            <pc:docMk/>
            <pc:sldMk cId="1051850503" sldId="305"/>
            <ac:picMk id="3" creationId="{21856F54-6B08-DA91-5D7D-589A0AA006F3}"/>
          </ac:picMkLst>
        </pc:picChg>
        <pc:picChg chg="add mod">
          <ac:chgData name="Sara Tanovic" userId="f353ab82-bd92-4c89-8251-9c3370876dd6" providerId="ADAL" clId="{A198CD69-D5D8-56AF-90B6-93679EEDCE1D}" dt="2026-03-17T16:49:19.650" v="1430" actId="208"/>
          <ac:picMkLst>
            <pc:docMk/>
            <pc:sldMk cId="1051850503" sldId="305"/>
            <ac:picMk id="4" creationId="{6181445A-983E-F6B9-4672-A919B6851342}"/>
          </ac:picMkLst>
        </pc:picChg>
        <pc:picChg chg="add del mod">
          <ac:chgData name="Sara Tanovic" userId="f353ab82-bd92-4c89-8251-9c3370876dd6" providerId="ADAL" clId="{A198CD69-D5D8-56AF-90B6-93679EEDCE1D}" dt="2026-03-17T16:48:06.191" v="1412" actId="478"/>
          <ac:picMkLst>
            <pc:docMk/>
            <pc:sldMk cId="1051850503" sldId="305"/>
            <ac:picMk id="5" creationId="{AD04E55E-92AB-AEA2-DE56-D8EB1451E7F8}"/>
          </ac:picMkLst>
        </pc:picChg>
        <pc:picChg chg="add mod">
          <ac:chgData name="Sara Tanovic" userId="f353ab82-bd92-4c89-8251-9c3370876dd6" providerId="ADAL" clId="{A198CD69-D5D8-56AF-90B6-93679EEDCE1D}" dt="2026-03-17T16:49:19.650" v="1430" actId="208"/>
          <ac:picMkLst>
            <pc:docMk/>
            <pc:sldMk cId="1051850503" sldId="305"/>
            <ac:picMk id="6" creationId="{3283FA6F-0F48-EE73-74C9-EA23C06C2DF4}"/>
          </ac:picMkLst>
        </pc:picChg>
        <pc:picChg chg="add mod">
          <ac:chgData name="Sara Tanovic" userId="f353ab82-bd92-4c89-8251-9c3370876dd6" providerId="ADAL" clId="{A198CD69-D5D8-56AF-90B6-93679EEDCE1D}" dt="2026-03-17T16:49:19.650" v="1430" actId="208"/>
          <ac:picMkLst>
            <pc:docMk/>
            <pc:sldMk cId="1051850503" sldId="305"/>
            <ac:picMk id="7" creationId="{B5ED9EC6-0E91-81EF-B679-88FDFD1C3824}"/>
          </ac:picMkLst>
        </pc:picChg>
        <pc:cxnChg chg="add del mod">
          <ac:chgData name="Sara Tanovic" userId="f353ab82-bd92-4c89-8251-9c3370876dd6" providerId="ADAL" clId="{A198CD69-D5D8-56AF-90B6-93679EEDCE1D}" dt="2026-03-17T16:48:52.700" v="1422" actId="478"/>
          <ac:cxnSpMkLst>
            <pc:docMk/>
            <pc:sldMk cId="1051850503" sldId="305"/>
            <ac:cxnSpMk id="9" creationId="{D461834A-7536-AD69-09A4-550D100913A8}"/>
          </ac:cxnSpMkLst>
        </pc:cxnChg>
        <pc:cxnChg chg="add mod">
          <ac:chgData name="Sara Tanovic" userId="f353ab82-bd92-4c89-8251-9c3370876dd6" providerId="ADAL" clId="{A198CD69-D5D8-56AF-90B6-93679EEDCE1D}" dt="2026-03-17T16:49:19.650" v="1430" actId="208"/>
          <ac:cxnSpMkLst>
            <pc:docMk/>
            <pc:sldMk cId="1051850503" sldId="305"/>
            <ac:cxnSpMk id="11" creationId="{EEF1B5D4-81AF-BC9F-A90B-E8B8CB021502}"/>
          </ac:cxnSpMkLst>
        </pc:cxnChg>
        <pc:cxnChg chg="add mod">
          <ac:chgData name="Sara Tanovic" userId="f353ab82-bd92-4c89-8251-9c3370876dd6" providerId="ADAL" clId="{A198CD69-D5D8-56AF-90B6-93679EEDCE1D}" dt="2026-03-17T16:49:19.650" v="1430" actId="208"/>
          <ac:cxnSpMkLst>
            <pc:docMk/>
            <pc:sldMk cId="1051850503" sldId="305"/>
            <ac:cxnSpMk id="12" creationId="{CA75DF0E-9713-9FB0-5937-9A211086582C}"/>
          </ac:cxnSpMkLst>
        </pc:cxnChg>
        <pc:cxnChg chg="add del mod">
          <ac:chgData name="Sara Tanovic" userId="f353ab82-bd92-4c89-8251-9c3370876dd6" providerId="ADAL" clId="{A198CD69-D5D8-56AF-90B6-93679EEDCE1D}" dt="2026-03-17T16:49:10.230" v="1428" actId="478"/>
          <ac:cxnSpMkLst>
            <pc:docMk/>
            <pc:sldMk cId="1051850503" sldId="305"/>
            <ac:cxnSpMk id="15" creationId="{3DF30466-1557-2DB8-5127-18F91C906A23}"/>
          </ac:cxnSpMkLst>
        </pc:cxnChg>
        <pc:cxnChg chg="add mod">
          <ac:chgData name="Sara Tanovic" userId="f353ab82-bd92-4c89-8251-9c3370876dd6" providerId="ADAL" clId="{A198CD69-D5D8-56AF-90B6-93679EEDCE1D}" dt="2026-03-17T16:49:19.650" v="1430" actId="208"/>
          <ac:cxnSpMkLst>
            <pc:docMk/>
            <pc:sldMk cId="1051850503" sldId="305"/>
            <ac:cxnSpMk id="17" creationId="{DCCACE25-5439-E5F6-769A-E736E402774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07EEB-BC20-E248-B310-1904680D265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5650F-066C-CF46-AB67-C1D966A59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9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5650F-066C-CF46-AB67-C1D966A594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3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0C9C-5714-3BFE-DE15-2F5705C8D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9D8D0-6CA5-FD15-E82D-63EE884AB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70B51-000B-8E86-1218-EA73830B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CAA56-8263-98E1-3BAA-6430C2BE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F6072-8873-A13A-0513-D4ED8E6B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10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0829-3572-A471-5917-18E226E6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D1770-73DC-9E96-71C6-1B8944086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3076D-1DA4-3684-DC35-0C5AE0582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1385F-D771-4EF9-86BD-54E446AA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DC5CD-E1B1-7A3C-377E-26DA6D33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7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9D24-990C-2D99-6B78-C9271F76C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17ABA-2E17-49B0-3572-6121EEE1F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9BACB-B129-26D0-E6C9-2352DD08C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2622F-10B5-7A3C-DC88-04E6D131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3A4E0-16E6-03AA-D635-8F1B1693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2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E1745-5321-3521-91CF-5655ADE4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08D49-D80B-F0DF-0E61-73EE994ED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04388-C739-156A-3EDB-C28CC2C35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86FCA-A557-2EB7-A8CB-76D4B10A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B1FC7-E7B8-090A-34B8-3DE9EFDF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BA10E-A0A6-C65D-5DDC-4056E02E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27239-09C4-FB7E-AB60-8162C5BA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0004E-0849-7FAE-AAF5-92149A678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F25AC-7EE5-F829-0809-1FB9DBDE0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E5E8F-14D4-06DD-F63E-3893406EB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CE17CD-82E4-3668-8BA7-DD80FF8B9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9C715-3FBF-13E4-AB5E-829D0DCE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A9670-3C84-FB0C-9E38-B3575115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FF632-6D4A-823D-8AE0-18FAAE04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2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FF937-1106-FFDF-DF96-692029AB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57AB9-358A-E3CF-3C71-71C6E8960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2A822-0E58-B4A8-AEB2-9F07B5D9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F8A61-64AA-D527-931C-1E324802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9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FC3F-393B-CF34-A3CB-E108EEE3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F006F-5F64-5566-CB10-111741E4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F56E3-D343-1BB1-9D4E-E7F41DDA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19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CEB2-E622-D2BA-8D34-948EE378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7DC3F-965D-8B60-5A17-1CEFC9057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39161-87FD-5DBC-E0AF-DDA80CB1E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4E0D3-2DCE-899B-0FC6-2BF312F5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79D3A-6570-718E-6CAE-D76EF005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3BA45-420F-AD32-8221-ABA36A18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4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C5C4-19C9-5837-5268-0A29CBEED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C6CA4-5B66-C4CA-5F60-F9605EDB1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42C3F-C775-C63A-B2FF-89DFA7447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74B87-8A1B-1008-62E3-E409820A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01024-5801-A467-8315-988A4ABE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25C98-1370-0FE2-9355-DB211F5C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2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6A7F-5BEC-8D5F-D5E9-331331B6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D7956-40FB-5D4E-853C-0A0F8B0D1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183CA-A8CF-B5EA-9CD8-FCEE9BAA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3E0AE-75F0-8D26-EB6B-30E8B4C9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92825-D52F-7A7E-BBA1-E7F53C72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5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B0807-6807-3AF1-98B2-D8347CADB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73793-7AB8-6008-AFC7-6893461C8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11689-6F6D-A388-FC54-2A559E14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6BC0A-3C00-C68B-6F2F-60FB0C06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86DC-C125-419C-A507-00023EEB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4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5A7F1-2B44-F3F9-4805-E3E7437D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00212-41CF-5B16-31AA-11ABE4B1D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0A335-7768-5CA2-8D19-72F966569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88DFE-64E6-9945-AD6D-12DA2A1AB91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53731-6CBB-D849-3EBB-E30E10A19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23FA5-C8BA-CA18-BBB4-C3F471DE9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6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7.emf"/><Relationship Id="rId7" Type="http://schemas.openxmlformats.org/officeDocument/2006/relationships/image" Target="../media/image30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19.emf"/><Relationship Id="rId9" Type="http://schemas.openxmlformats.org/officeDocument/2006/relationships/image" Target="../media/image3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emf"/><Relationship Id="rId7" Type="http://schemas.openxmlformats.org/officeDocument/2006/relationships/image" Target="../media/image37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emf"/><Relationship Id="rId11" Type="http://schemas.openxmlformats.org/officeDocument/2006/relationships/image" Target="../media/image41.emf"/><Relationship Id="rId5" Type="http://schemas.openxmlformats.org/officeDocument/2006/relationships/image" Target="../media/image35.emf"/><Relationship Id="rId10" Type="http://schemas.openxmlformats.org/officeDocument/2006/relationships/image" Target="../media/image40.emf"/><Relationship Id="rId4" Type="http://schemas.openxmlformats.org/officeDocument/2006/relationships/image" Target="../media/image34.emf"/><Relationship Id="rId9" Type="http://schemas.openxmlformats.org/officeDocument/2006/relationships/image" Target="../media/image3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10" Type="http://schemas.openxmlformats.org/officeDocument/2006/relationships/image" Target="../media/image50.emf"/><Relationship Id="rId4" Type="http://schemas.openxmlformats.org/officeDocument/2006/relationships/image" Target="../media/image44.emf"/><Relationship Id="rId9" Type="http://schemas.openxmlformats.org/officeDocument/2006/relationships/image" Target="../media/image4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image" Target="../media/image62.emf"/><Relationship Id="rId18" Type="http://schemas.openxmlformats.org/officeDocument/2006/relationships/image" Target="../media/image67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12" Type="http://schemas.openxmlformats.org/officeDocument/2006/relationships/image" Target="../media/image61.emf"/><Relationship Id="rId17" Type="http://schemas.openxmlformats.org/officeDocument/2006/relationships/image" Target="../media/image66.emf"/><Relationship Id="rId2" Type="http://schemas.openxmlformats.org/officeDocument/2006/relationships/image" Target="../media/image51.emf"/><Relationship Id="rId16" Type="http://schemas.openxmlformats.org/officeDocument/2006/relationships/image" Target="../media/image6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emf"/><Relationship Id="rId11" Type="http://schemas.openxmlformats.org/officeDocument/2006/relationships/image" Target="../media/image60.emf"/><Relationship Id="rId5" Type="http://schemas.openxmlformats.org/officeDocument/2006/relationships/image" Target="../media/image54.emf"/><Relationship Id="rId15" Type="http://schemas.openxmlformats.org/officeDocument/2006/relationships/image" Target="../media/image64.emf"/><Relationship Id="rId10" Type="http://schemas.openxmlformats.org/officeDocument/2006/relationships/image" Target="../media/image59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Relationship Id="rId14" Type="http://schemas.openxmlformats.org/officeDocument/2006/relationships/image" Target="../media/image6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image" Target="../media/image58.emf"/><Relationship Id="rId7" Type="http://schemas.openxmlformats.org/officeDocument/2006/relationships/image" Target="../media/image70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10" Type="http://schemas.openxmlformats.org/officeDocument/2006/relationships/image" Target="../media/image73.emf"/><Relationship Id="rId4" Type="http://schemas.openxmlformats.org/officeDocument/2006/relationships/image" Target="../media/image59.emf"/><Relationship Id="rId9" Type="http://schemas.openxmlformats.org/officeDocument/2006/relationships/image" Target="../media/image7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3" Type="http://schemas.openxmlformats.org/officeDocument/2006/relationships/image" Target="../media/image58.emf"/><Relationship Id="rId7" Type="http://schemas.openxmlformats.org/officeDocument/2006/relationships/image" Target="../media/image77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emf"/><Relationship Id="rId5" Type="http://schemas.openxmlformats.org/officeDocument/2006/relationships/image" Target="../media/image75.emf"/><Relationship Id="rId4" Type="http://schemas.openxmlformats.org/officeDocument/2006/relationships/image" Target="../media/image74.emf"/><Relationship Id="rId9" Type="http://schemas.openxmlformats.org/officeDocument/2006/relationships/image" Target="../media/image7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image" Target="../media/image81.emf"/><Relationship Id="rId7" Type="http://schemas.openxmlformats.org/officeDocument/2006/relationships/image" Target="../media/image85.emf"/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Relationship Id="rId9" Type="http://schemas.openxmlformats.org/officeDocument/2006/relationships/image" Target="../media/image8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58.emf"/><Relationship Id="rId7" Type="http://schemas.openxmlformats.org/officeDocument/2006/relationships/image" Target="../media/image8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Relationship Id="rId9" Type="http://schemas.openxmlformats.org/officeDocument/2006/relationships/image" Target="../media/image90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image" Target="../media/image92.emf"/><Relationship Id="rId7" Type="http://schemas.openxmlformats.org/officeDocument/2006/relationships/image" Target="../media/image96.emf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image" Target="../media/image99.emf"/><Relationship Id="rId7" Type="http://schemas.openxmlformats.org/officeDocument/2006/relationships/image" Target="../media/image96.emf"/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emf"/><Relationship Id="rId5" Type="http://schemas.openxmlformats.org/officeDocument/2006/relationships/image" Target="../media/image101.emf"/><Relationship Id="rId4" Type="http://schemas.openxmlformats.org/officeDocument/2006/relationships/image" Target="../media/image10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image" Target="../media/image96.emf"/><Relationship Id="rId7" Type="http://schemas.openxmlformats.org/officeDocument/2006/relationships/image" Target="../media/image105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emf"/><Relationship Id="rId5" Type="http://schemas.openxmlformats.org/officeDocument/2006/relationships/image" Target="../media/image103.emf"/><Relationship Id="rId4" Type="http://schemas.openxmlformats.org/officeDocument/2006/relationships/image" Target="../media/image10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3" Type="http://schemas.openxmlformats.org/officeDocument/2006/relationships/image" Target="../media/image96.emf"/><Relationship Id="rId7" Type="http://schemas.openxmlformats.org/officeDocument/2006/relationships/image" Target="../media/image104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emf"/><Relationship Id="rId5" Type="http://schemas.openxmlformats.org/officeDocument/2006/relationships/image" Target="../media/image102.emf"/><Relationship Id="rId4" Type="http://schemas.openxmlformats.org/officeDocument/2006/relationships/image" Target="../media/image10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8.emf"/><Relationship Id="rId7" Type="http://schemas.openxmlformats.org/officeDocument/2006/relationships/image" Target="../media/image111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emf"/><Relationship Id="rId5" Type="http://schemas.openxmlformats.org/officeDocument/2006/relationships/image" Target="../media/image97.emf"/><Relationship Id="rId10" Type="http://schemas.openxmlformats.org/officeDocument/2006/relationships/image" Target="../media/image114.emf"/><Relationship Id="rId4" Type="http://schemas.openxmlformats.org/officeDocument/2006/relationships/image" Target="../media/image109.emf"/><Relationship Id="rId9" Type="http://schemas.openxmlformats.org/officeDocument/2006/relationships/image" Target="../media/image11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7" Type="http://schemas.openxmlformats.org/officeDocument/2006/relationships/image" Target="../media/image120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emf"/><Relationship Id="rId5" Type="http://schemas.openxmlformats.org/officeDocument/2006/relationships/image" Target="../media/image118.emf"/><Relationship Id="rId4" Type="http://schemas.openxmlformats.org/officeDocument/2006/relationships/image" Target="../media/image11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emf"/><Relationship Id="rId5" Type="http://schemas.openxmlformats.org/officeDocument/2006/relationships/image" Target="../media/image124.emf"/><Relationship Id="rId4" Type="http://schemas.openxmlformats.org/officeDocument/2006/relationships/image" Target="../media/image12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emf"/><Relationship Id="rId5" Type="http://schemas.openxmlformats.org/officeDocument/2006/relationships/image" Target="../media/image126.emf"/><Relationship Id="rId4" Type="http://schemas.openxmlformats.org/officeDocument/2006/relationships/image" Target="../media/image11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7" Type="http://schemas.openxmlformats.org/officeDocument/2006/relationships/image" Target="../media/image132.emf"/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emf"/><Relationship Id="rId5" Type="http://schemas.openxmlformats.org/officeDocument/2006/relationships/image" Target="../media/image130.emf"/><Relationship Id="rId4" Type="http://schemas.openxmlformats.org/officeDocument/2006/relationships/image" Target="../media/image115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image" Target="../media/image130.emf"/><Relationship Id="rId7" Type="http://schemas.openxmlformats.org/officeDocument/2006/relationships/image" Target="../media/image134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emf"/><Relationship Id="rId5" Type="http://schemas.openxmlformats.org/officeDocument/2006/relationships/image" Target="../media/image132.emf"/><Relationship Id="rId4" Type="http://schemas.openxmlformats.org/officeDocument/2006/relationships/image" Target="../media/image13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7" Type="http://schemas.openxmlformats.org/officeDocument/2006/relationships/image" Target="../media/image141.emf"/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emf"/><Relationship Id="rId5" Type="http://schemas.openxmlformats.org/officeDocument/2006/relationships/image" Target="../media/image139.emf"/><Relationship Id="rId4" Type="http://schemas.openxmlformats.org/officeDocument/2006/relationships/image" Target="../media/image138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7" Type="http://schemas.openxmlformats.org/officeDocument/2006/relationships/image" Target="../media/image143.emf"/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emf"/><Relationship Id="rId5" Type="http://schemas.openxmlformats.org/officeDocument/2006/relationships/image" Target="../media/image137.emf"/><Relationship Id="rId4" Type="http://schemas.openxmlformats.org/officeDocument/2006/relationships/image" Target="../media/image14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7" Type="http://schemas.openxmlformats.org/officeDocument/2006/relationships/image" Target="../media/image149.emf"/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emf"/><Relationship Id="rId5" Type="http://schemas.openxmlformats.org/officeDocument/2006/relationships/image" Target="../media/image147.emf"/><Relationship Id="rId4" Type="http://schemas.openxmlformats.org/officeDocument/2006/relationships/image" Target="../media/image14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3.emf"/><Relationship Id="rId4" Type="http://schemas.openxmlformats.org/officeDocument/2006/relationships/image" Target="../media/image15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6EB7-E616-9B50-36C4-707667188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8BA25-E66B-DC6C-0C99-5FB6430909B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LIT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FC00BC-4E0D-486E-B36F-685C01AB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565" y="2915397"/>
            <a:ext cx="1866900" cy="1066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02102F-00DD-B9AF-F01A-F2F2CFA2C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404" y="1785699"/>
            <a:ext cx="12954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9ECAA8-324B-D3C5-4C13-8AC2082E2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004" y="3658815"/>
            <a:ext cx="812800" cy="749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9F52A-6CB5-ADEE-64F4-E53ADA03C9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785699"/>
            <a:ext cx="19177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F831FB-04D3-3623-CDBA-76574BDD3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9867" y="1782945"/>
            <a:ext cx="1219200" cy="558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0EA0F6-216A-94B0-8B6E-0841364A73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7296" y="2568580"/>
            <a:ext cx="889000" cy="469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63B2E3-1080-04D9-6FDD-F0E416638C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4133" y="1782945"/>
            <a:ext cx="1485900" cy="889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253C89-FCB8-F458-07D0-507460B41D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4209" y="1782945"/>
            <a:ext cx="812800" cy="508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7F7307-EE6E-8742-81C8-356B2B2CE1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8009" y="2525895"/>
            <a:ext cx="889000" cy="889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71BE99-FDF0-EE20-B839-B39F6A16739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9016" y="4658285"/>
            <a:ext cx="393700" cy="215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8EC6FB-5B50-27A4-C86A-11ED56E16A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0416" y="3658815"/>
            <a:ext cx="622300" cy="749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5D62FF-B9F7-5D47-41AE-A82E6ABF646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3594" y="3658815"/>
            <a:ext cx="762000" cy="800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F4664E-CC28-3DA1-79A2-3A6B4C8F28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0938" y="3658815"/>
            <a:ext cx="711200" cy="495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A0513F-2DF4-B9C8-57E6-73995F79D1A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238" y="4398913"/>
            <a:ext cx="596900" cy="444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DCA87BC-E280-66B2-B826-F42F0DC5CE3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53338" y="5075051"/>
            <a:ext cx="558800" cy="368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E371AA-C9C0-DF82-D809-91CA0150285A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40939" t="377"/>
          <a:stretch>
            <a:fillRect/>
          </a:stretch>
        </p:blipFill>
        <p:spPr>
          <a:xfrm>
            <a:off x="6094616" y="5703632"/>
            <a:ext cx="217522" cy="139173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22B09E1-4DEE-FCD6-5B27-444BD390533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58388" y="3658815"/>
            <a:ext cx="558800" cy="355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9826FA-9A3D-4AC4-B427-015B549D25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4088" y="4309035"/>
            <a:ext cx="673100" cy="457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92E42C4-60C3-C426-ACDE-C6D9FE9C9818}"/>
              </a:ext>
            </a:extLst>
          </p:cNvPr>
          <p:cNvCxnSpPr>
            <a:stCxn id="3" idx="1"/>
            <a:endCxn id="4" idx="3"/>
          </p:cNvCxnSpPr>
          <p:nvPr/>
        </p:nvCxnSpPr>
        <p:spPr>
          <a:xfrm rot="10800000">
            <a:off x="9708805" y="2204799"/>
            <a:ext cx="409761" cy="1243998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BEA8B6AE-45AC-5F5E-0019-26A01043C1D6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rot="10800000" flipV="1">
            <a:off x="9708805" y="3448797"/>
            <a:ext cx="409761" cy="584668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DE63FEC-4D5B-B500-E066-F1F25D7D9DE9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rot="10800000">
            <a:off x="6312138" y="3906465"/>
            <a:ext cx="391456" cy="15240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4A394F6-3406-AE63-AD46-B9208F579B3E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rot="10800000" flipV="1">
            <a:off x="6312138" y="4058865"/>
            <a:ext cx="391456" cy="56229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190794EE-EB5A-B685-CEAA-CB36B4366A46}"/>
              </a:ext>
            </a:extLst>
          </p:cNvPr>
          <p:cNvCxnSpPr>
            <a:cxnSpLocks/>
            <a:stCxn id="14" idx="1"/>
            <a:endCxn id="21" idx="3"/>
          </p:cNvCxnSpPr>
          <p:nvPr/>
        </p:nvCxnSpPr>
        <p:spPr>
          <a:xfrm rot="10800000" flipV="1">
            <a:off x="6312138" y="4058865"/>
            <a:ext cx="391456" cy="120033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3511E104-9B65-028B-E609-A74B9F5302DC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rot="10800000" flipV="1">
            <a:off x="6312138" y="4058865"/>
            <a:ext cx="391456" cy="171435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07CD5977-CFE2-A96B-0ADD-F23BB7D5DE13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rot="10800000" flipV="1">
            <a:off x="8472716" y="4033465"/>
            <a:ext cx="423288" cy="73277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B11E874F-3108-7C72-E7C4-52CEC6DB95A4}"/>
              </a:ext>
            </a:extLst>
          </p:cNvPr>
          <p:cNvCxnSpPr>
            <a:cxnSpLocks/>
            <a:stCxn id="15" idx="1"/>
            <a:endCxn id="24" idx="3"/>
          </p:cNvCxnSpPr>
          <p:nvPr/>
        </p:nvCxnSpPr>
        <p:spPr>
          <a:xfrm rot="10800000">
            <a:off x="5117188" y="3836615"/>
            <a:ext cx="483750" cy="6985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CF5B5F34-ED81-F79C-B9E0-6BBB2581EFE0}"/>
              </a:ext>
            </a:extLst>
          </p:cNvPr>
          <p:cNvCxnSpPr>
            <a:cxnSpLocks/>
            <a:stCxn id="15" idx="1"/>
            <a:endCxn id="25" idx="3"/>
          </p:cNvCxnSpPr>
          <p:nvPr/>
        </p:nvCxnSpPr>
        <p:spPr>
          <a:xfrm rot="10800000" flipV="1">
            <a:off x="5117188" y="3906465"/>
            <a:ext cx="483750" cy="63117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8FEA7896-D44E-B475-25C3-30C906448D76}"/>
              </a:ext>
            </a:extLst>
          </p:cNvPr>
          <p:cNvCxnSpPr>
            <a:stCxn id="6" idx="1"/>
            <a:endCxn id="7" idx="3"/>
          </p:cNvCxnSpPr>
          <p:nvPr/>
        </p:nvCxnSpPr>
        <p:spPr>
          <a:xfrm rot="10800000">
            <a:off x="5699068" y="2062345"/>
            <a:ext cx="396933" cy="142454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CADCCCC1-54BE-3584-BCDE-144DFBAA8CA8}"/>
              </a:ext>
            </a:extLst>
          </p:cNvPr>
          <p:cNvCxnSpPr>
            <a:stCxn id="6" idx="1"/>
            <a:endCxn id="8" idx="3"/>
          </p:cNvCxnSpPr>
          <p:nvPr/>
        </p:nvCxnSpPr>
        <p:spPr>
          <a:xfrm rot="10800000" flipV="1">
            <a:off x="5696296" y="2204798"/>
            <a:ext cx="399704" cy="598731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C93673DD-A2E7-D5E3-449E-FD58A7CD7B28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rot="10800000">
            <a:off x="2277009" y="2036945"/>
            <a:ext cx="367124" cy="19050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75CA379C-BFEF-93C5-C4DD-10CB7460B023}"/>
              </a:ext>
            </a:extLst>
          </p:cNvPr>
          <p:cNvCxnSpPr>
            <a:stCxn id="9" idx="1"/>
            <a:endCxn id="11" idx="3"/>
          </p:cNvCxnSpPr>
          <p:nvPr/>
        </p:nvCxnSpPr>
        <p:spPr>
          <a:xfrm rot="10800000" flipV="1">
            <a:off x="2277009" y="2227445"/>
            <a:ext cx="367124" cy="74295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620EB79-ED1C-22C6-D3DB-10125211BC39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4130033" y="2062344"/>
            <a:ext cx="349834" cy="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E46DA3E-0028-F4AD-0B4F-B22B7D33DF2A}"/>
              </a:ext>
            </a:extLst>
          </p:cNvPr>
          <p:cNvCxnSpPr/>
          <p:nvPr/>
        </p:nvCxnSpPr>
        <p:spPr>
          <a:xfrm flipH="1" flipV="1">
            <a:off x="8038635" y="2132194"/>
            <a:ext cx="349834" cy="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4FB0136-E99C-2F09-0957-3430EDEF2B49}"/>
              </a:ext>
            </a:extLst>
          </p:cNvPr>
          <p:cNvCxnSpPr/>
          <p:nvPr/>
        </p:nvCxnSpPr>
        <p:spPr>
          <a:xfrm flipH="1" flipV="1">
            <a:off x="7482756" y="4038410"/>
            <a:ext cx="349834" cy="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534630B-ECF6-8DA6-B746-6BD5479BD8B9}"/>
              </a:ext>
            </a:extLst>
          </p:cNvPr>
          <p:cNvCxnSpPr/>
          <p:nvPr/>
        </p:nvCxnSpPr>
        <p:spPr>
          <a:xfrm flipH="1" flipV="1">
            <a:off x="8501827" y="4033464"/>
            <a:ext cx="349834" cy="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36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0361-9B96-B040-EF30-9A0B30EF3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5F2F35-5522-E5A3-D268-F5767293674F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FULL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B0754B-70A5-4DDF-E050-D38035E7D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538" y="2776444"/>
            <a:ext cx="1866900" cy="1054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C0DE7F-588D-F174-5427-02346864C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119" y="4227606"/>
            <a:ext cx="889000" cy="482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947E17-C5F7-4BC5-2C3B-B45FB24F6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619" y="2776444"/>
            <a:ext cx="1460500" cy="1117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1D4C04-2018-741B-CE62-53897E06C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300" y="2776444"/>
            <a:ext cx="9779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A5FBAB-38D3-60C4-1041-D8DF65B5D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500" y="3789706"/>
            <a:ext cx="901700" cy="876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3CE96E-3D9E-B0FB-2107-AFD48E9AC5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3551" y="2776444"/>
            <a:ext cx="5715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5F94A2-4D08-7686-55EF-0FAECBE221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0351" y="3667549"/>
            <a:ext cx="774700" cy="457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C58A25-8953-41CD-34F1-FD807F812CE9}"/>
              </a:ext>
            </a:extLst>
          </p:cNvPr>
          <p:cNvCxnSpPr>
            <a:cxnSpLocks/>
          </p:cNvCxnSpPr>
          <p:nvPr/>
        </p:nvCxnSpPr>
        <p:spPr>
          <a:xfrm>
            <a:off x="9209745" y="3301992"/>
            <a:ext cx="24367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380C5E85-86E4-BA8A-2CE7-06BA1765E155}"/>
              </a:ext>
            </a:extLst>
          </p:cNvPr>
          <p:cNvCxnSpPr>
            <a:stCxn id="3" idx="1"/>
            <a:endCxn id="4" idx="3"/>
          </p:cNvCxnSpPr>
          <p:nvPr/>
        </p:nvCxnSpPr>
        <p:spPr>
          <a:xfrm rot="10800000" flipV="1">
            <a:off x="9193120" y="3303494"/>
            <a:ext cx="290419" cy="1165412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E8D483A3-6823-31EC-7A44-7AA825308D83}"/>
              </a:ext>
            </a:extLst>
          </p:cNvPr>
          <p:cNvCxnSpPr>
            <a:stCxn id="5" idx="1"/>
            <a:endCxn id="6" idx="3"/>
          </p:cNvCxnSpPr>
          <p:nvPr/>
        </p:nvCxnSpPr>
        <p:spPr>
          <a:xfrm rot="10800000">
            <a:off x="7442201" y="3144744"/>
            <a:ext cx="290419" cy="19050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14BBF12A-B1D9-DFB6-8FD8-D851F42E9B4D}"/>
              </a:ext>
            </a:extLst>
          </p:cNvPr>
          <p:cNvCxnSpPr>
            <a:stCxn id="5" idx="1"/>
            <a:endCxn id="7" idx="3"/>
          </p:cNvCxnSpPr>
          <p:nvPr/>
        </p:nvCxnSpPr>
        <p:spPr>
          <a:xfrm rot="10800000" flipV="1">
            <a:off x="7442201" y="3335244"/>
            <a:ext cx="290419" cy="892612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7361829-3A5B-15BF-5370-7E9E36B11E35}"/>
              </a:ext>
            </a:extLst>
          </p:cNvPr>
          <p:cNvCxnSpPr>
            <a:stCxn id="6" idx="1"/>
            <a:endCxn id="8" idx="3"/>
          </p:cNvCxnSpPr>
          <p:nvPr/>
        </p:nvCxnSpPr>
        <p:spPr>
          <a:xfrm rot="10800000">
            <a:off x="6115052" y="3074894"/>
            <a:ext cx="349249" cy="6985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1944F711-F7F6-EC5C-9A99-59027478A936}"/>
              </a:ext>
            </a:extLst>
          </p:cNvPr>
          <p:cNvCxnSpPr>
            <a:stCxn id="6" idx="1"/>
            <a:endCxn id="9" idx="3"/>
          </p:cNvCxnSpPr>
          <p:nvPr/>
        </p:nvCxnSpPr>
        <p:spPr>
          <a:xfrm rot="10800000" flipV="1">
            <a:off x="6115052" y="3144743"/>
            <a:ext cx="349249" cy="751405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49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56C6-2691-D1CD-82AE-CEAAF8A0B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155555-3351-C0FB-66A7-FB29E49A7686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BROAD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75AEA-A97B-FE27-6A3A-079E6E01C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886" y="2226072"/>
            <a:ext cx="9779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AF7A24-9AB7-DAA1-DEB0-F769A7840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686" y="3731503"/>
            <a:ext cx="13081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6E0AE9-3419-160B-D02D-37088EB01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3538" y="2776444"/>
            <a:ext cx="1866900" cy="1054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89A758-431F-A978-15A9-5D84D7F31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890" y="1872129"/>
            <a:ext cx="5715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783728-EE11-B26C-DFC8-FD7B1AB17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690" y="2717053"/>
            <a:ext cx="774700" cy="457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7FC496-9ACB-C9E4-5F29-77DDF805E4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7968" y="3551144"/>
            <a:ext cx="609600" cy="558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0E0B49-3097-CCB8-1D60-A1B9E3536E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5868" y="4399802"/>
            <a:ext cx="901700" cy="482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CB170B-8019-D6BF-E301-679212D30E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3430" y="3540311"/>
            <a:ext cx="889000" cy="889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9E83788-29BA-F943-C245-CEBEAAFE3C1C}"/>
              </a:ext>
            </a:extLst>
          </p:cNvPr>
          <p:cNvCxnSpPr>
            <a:stCxn id="5" idx="1"/>
            <a:endCxn id="3" idx="3"/>
          </p:cNvCxnSpPr>
          <p:nvPr/>
        </p:nvCxnSpPr>
        <p:spPr>
          <a:xfrm rot="10800000">
            <a:off x="9166786" y="2594372"/>
            <a:ext cx="316752" cy="709122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8775D42B-1C04-3793-D8B1-670B050E0FB6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rot="10800000" flipV="1">
            <a:off x="9166786" y="3303493"/>
            <a:ext cx="316752" cy="847109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2D4D766C-2903-A449-D7B4-11C21FE20FC7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rot="10800000">
            <a:off x="7848390" y="2170580"/>
            <a:ext cx="340496" cy="423793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85CFB86-C8FD-5EC0-4805-800735ACE35F}"/>
              </a:ext>
            </a:extLst>
          </p:cNvPr>
          <p:cNvCxnSpPr>
            <a:cxnSpLocks/>
            <a:stCxn id="3" idx="1"/>
            <a:endCxn id="7" idx="3"/>
          </p:cNvCxnSpPr>
          <p:nvPr/>
        </p:nvCxnSpPr>
        <p:spPr>
          <a:xfrm rot="10800000" flipV="1">
            <a:off x="7848390" y="2594371"/>
            <a:ext cx="340496" cy="35128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2EEA3011-73AB-5D69-71DE-AD322DE3424E}"/>
              </a:ext>
            </a:extLst>
          </p:cNvPr>
          <p:cNvCxnSpPr>
            <a:cxnSpLocks/>
            <a:stCxn id="4" idx="1"/>
            <a:endCxn id="8" idx="3"/>
          </p:cNvCxnSpPr>
          <p:nvPr/>
        </p:nvCxnSpPr>
        <p:spPr>
          <a:xfrm rot="10800000">
            <a:off x="7507568" y="3830545"/>
            <a:ext cx="351118" cy="320059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EA3FF6CC-663B-C0DB-3AB8-860692A405E1}"/>
              </a:ext>
            </a:extLst>
          </p:cNvPr>
          <p:cNvCxnSpPr>
            <a:cxnSpLocks/>
            <a:stCxn id="4" idx="1"/>
            <a:endCxn id="9" idx="3"/>
          </p:cNvCxnSpPr>
          <p:nvPr/>
        </p:nvCxnSpPr>
        <p:spPr>
          <a:xfrm rot="10800000" flipV="1">
            <a:off x="7507568" y="4150602"/>
            <a:ext cx="351118" cy="490499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746CED4-2507-148E-6226-F87D513A3420}"/>
              </a:ext>
            </a:extLst>
          </p:cNvPr>
          <p:cNvCxnSpPr>
            <a:stCxn id="8" idx="1"/>
          </p:cNvCxnSpPr>
          <p:nvPr/>
        </p:nvCxnSpPr>
        <p:spPr>
          <a:xfrm flipH="1">
            <a:off x="6332430" y="3830544"/>
            <a:ext cx="56553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45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9942A-7C47-273F-8589-AAEF042D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AA75B-199F-19D2-11A4-72B5DC4603E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10F6D-F904-01E4-23F0-8F20342BF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538" y="2776444"/>
            <a:ext cx="1866900" cy="1054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083AF6-68AA-414D-99DB-15B5CCFE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781" y="2012645"/>
            <a:ext cx="13081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949C78-27BE-5FF6-3A00-4BD4DBE74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2781" y="3139210"/>
            <a:ext cx="419100" cy="330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19E744-3EA0-A139-9725-35F9D18A07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481" y="3715566"/>
            <a:ext cx="7874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B52AAE-A0EC-F83C-055B-06E59B9A5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5724" y="2012645"/>
            <a:ext cx="16764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F8F8FB-00AE-661E-2379-F3ECE6D5CD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9567" y="2012645"/>
            <a:ext cx="1714500" cy="7747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64AE73-CD6D-E412-F6EC-78C32CA10B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7519" y="2012645"/>
            <a:ext cx="965200" cy="546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7C72E7-6612-0A02-F08A-275844FBFD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8319" y="2850845"/>
            <a:ext cx="914400" cy="5207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A6A026-B7B6-FD7B-C17D-8D7817EEC0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1681" y="3469410"/>
            <a:ext cx="571500" cy="609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854D22-3B85-7A99-860C-C21D1CA216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4381" y="4352678"/>
            <a:ext cx="558800" cy="469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B21956E-CDFE-16BC-435F-A6332E3D01D4}"/>
              </a:ext>
            </a:extLst>
          </p:cNvPr>
          <p:cNvCxnSpPr>
            <a:stCxn id="3" idx="1"/>
            <a:endCxn id="4" idx="3"/>
          </p:cNvCxnSpPr>
          <p:nvPr/>
        </p:nvCxnSpPr>
        <p:spPr>
          <a:xfrm rot="10800000">
            <a:off x="9161882" y="2431746"/>
            <a:ext cx="321657" cy="871749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E89BD022-5FCE-BB60-37D0-8C5B1969B2D9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rot="10800000" flipV="1">
            <a:off x="9161882" y="3303494"/>
            <a:ext cx="321657" cy="78037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DA8D08D5-E9FB-AFD2-C3F1-1360D51B58B9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rot="10800000">
            <a:off x="8133181" y="3774210"/>
            <a:ext cx="241300" cy="30965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81DDDB54-3695-6C20-589F-38F8EC2FCE36}"/>
              </a:ext>
            </a:extLst>
          </p:cNvPr>
          <p:cNvCxnSpPr>
            <a:cxnSpLocks/>
            <a:stCxn id="6" idx="1"/>
            <a:endCxn id="12" idx="3"/>
          </p:cNvCxnSpPr>
          <p:nvPr/>
        </p:nvCxnSpPr>
        <p:spPr>
          <a:xfrm rot="10800000" flipV="1">
            <a:off x="8133181" y="4083866"/>
            <a:ext cx="241300" cy="5037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C4F1D65-3BC6-BA0C-C8C4-6300AAF917E0}"/>
              </a:ext>
            </a:extLst>
          </p:cNvPr>
          <p:cNvCxnSpPr>
            <a:stCxn id="4" idx="1"/>
            <a:endCxn id="7" idx="3"/>
          </p:cNvCxnSpPr>
          <p:nvPr/>
        </p:nvCxnSpPr>
        <p:spPr>
          <a:xfrm flipH="1">
            <a:off x="7532124" y="2431745"/>
            <a:ext cx="32165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60BE8FA-CA9E-173C-01D1-022F438CB9D5}"/>
              </a:ext>
            </a:extLst>
          </p:cNvPr>
          <p:cNvCxnSpPr/>
          <p:nvPr/>
        </p:nvCxnSpPr>
        <p:spPr>
          <a:xfrm flipH="1">
            <a:off x="5534067" y="2431745"/>
            <a:ext cx="32165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A3F91662-55E4-2BB3-EF0D-6DDED0B470A2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rot="10800000">
            <a:off x="3512719" y="2285695"/>
            <a:ext cx="306848" cy="11430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B775E8A-F68A-4FFF-D7CE-43D813BEA168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rot="10800000" flipV="1">
            <a:off x="3512719" y="2399995"/>
            <a:ext cx="306848" cy="71120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993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66DA-E763-F9DF-68E8-1E9F3B70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AF3912-B7BF-887C-0344-67DDC29CF149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80B50-0D0A-00E8-505B-64CF2AC9C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965" y="2901950"/>
            <a:ext cx="1879600" cy="1054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5E76F8-FF59-772F-95FA-FFA5FB44D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871" y="4044950"/>
            <a:ext cx="889000" cy="469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D972B-495F-0EFE-96BF-92BA88C5F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471" y="2901950"/>
            <a:ext cx="1168400" cy="787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DB8DCB-E6D4-7DF2-D31E-9EAB4A86D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577" y="2901950"/>
            <a:ext cx="1447800" cy="1130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88A03D-61A8-EAE8-2016-B119DEB1F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1683" y="2901950"/>
            <a:ext cx="1447800" cy="1117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DB0D2C-C776-D23E-AFEB-5137B2E888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0789" y="2901950"/>
            <a:ext cx="8128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78307F-6548-07C9-C5D7-00D278FFD3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4889" y="3956050"/>
            <a:ext cx="1028700" cy="546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67C07C-9A65-31A8-5737-8225F44143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6145" y="3843197"/>
            <a:ext cx="203200" cy="101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C2B2C9-5A9F-3526-EC1E-5E2A696BFB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7645" y="2901950"/>
            <a:ext cx="9017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CFC7032-1099-592C-3FE4-6A0FF3D698E4}"/>
              </a:ext>
            </a:extLst>
          </p:cNvPr>
          <p:cNvCxnSpPr>
            <a:stCxn id="3" idx="1"/>
            <a:endCxn id="5" idx="3"/>
          </p:cNvCxnSpPr>
          <p:nvPr/>
        </p:nvCxnSpPr>
        <p:spPr>
          <a:xfrm rot="10800000">
            <a:off x="8891871" y="3295650"/>
            <a:ext cx="388094" cy="13335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2E2E95DA-F94E-9CDA-15A1-AD05A48E5747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rot="10800000" flipV="1">
            <a:off x="8891871" y="3429000"/>
            <a:ext cx="388094" cy="850900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24A089E4-3FCB-71D1-1D60-A196AC6444F5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>
            <a:off x="3663589" y="3270250"/>
            <a:ext cx="388094" cy="19050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70FA94A-A43A-22B4-D82D-2E8B6D7F0960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rot="10800000" flipV="1">
            <a:off x="3663589" y="3460750"/>
            <a:ext cx="388094" cy="76835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CDF008C5-48F7-C0CC-36D2-62EB61F6C4AE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rot="10800000" flipV="1">
            <a:off x="2329345" y="3270249"/>
            <a:ext cx="521444" cy="62374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6D1FF3-6E8E-EB91-28BD-3DA7C01618CB}"/>
              </a:ext>
            </a:extLst>
          </p:cNvPr>
          <p:cNvCxnSpPr>
            <a:stCxn id="8" idx="1"/>
            <a:endCxn id="11" idx="3"/>
          </p:cNvCxnSpPr>
          <p:nvPr/>
        </p:nvCxnSpPr>
        <p:spPr>
          <a:xfrm flipH="1">
            <a:off x="2329345" y="3270250"/>
            <a:ext cx="5214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18CE3E-E14D-73E7-9371-C7FA6EABAC90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 flipV="1">
            <a:off x="5499483" y="3460750"/>
            <a:ext cx="38809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22FA9E2-1419-BCBF-1301-5038A73EEE4E}"/>
              </a:ext>
            </a:extLst>
          </p:cNvPr>
          <p:cNvCxnSpPr>
            <a:cxnSpLocks/>
          </p:cNvCxnSpPr>
          <p:nvPr/>
        </p:nvCxnSpPr>
        <p:spPr>
          <a:xfrm flipH="1" flipV="1">
            <a:off x="7335377" y="3309389"/>
            <a:ext cx="38809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137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3F29-B583-C5E4-EBFC-49108DBA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1FA8A9D-918D-B2CF-3893-CCE00A34D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42635" b="-15385"/>
          <a:stretch>
            <a:fillRect/>
          </a:stretch>
        </p:blipFill>
        <p:spPr>
          <a:xfrm>
            <a:off x="2432306" y="2774968"/>
            <a:ext cx="233132" cy="190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632151-1CD1-E7BE-7AE6-3A05F0983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603" y="2114568"/>
            <a:ext cx="1117600" cy="850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107A20-D947-D436-E124-3E856944F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125" y="2127268"/>
            <a:ext cx="11557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FA8ADC-A592-1B64-DD43-6F736FFF0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773" y="2330468"/>
            <a:ext cx="1168400" cy="635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73AA65-DA25-1800-0F69-C0928FDBB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930" y="2228868"/>
            <a:ext cx="11557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9307CF7-A9B3-57CA-9090-3654924F8B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278" y="2241568"/>
            <a:ext cx="850900" cy="723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BA73A0-C4F9-CD37-CB8A-EB8C37AEB5E9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LIT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E005D-6286-72D0-8904-4F845D2500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2944" y="3412374"/>
            <a:ext cx="2159000" cy="749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0EB018-93EE-3FF9-A5BB-4E254ED2D3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0624" y="4409671"/>
            <a:ext cx="495300" cy="368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91ECF2-63A7-F2A0-CEDC-2C4EFF3364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924" y="3412374"/>
            <a:ext cx="1905000" cy="749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E9E85D-1835-7160-F58A-10C0FBFDBC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8230" y="3408218"/>
            <a:ext cx="11557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750EFA-82C9-0F88-2EC4-F892089485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3330" y="4425719"/>
            <a:ext cx="990600" cy="190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65DB85-79D8-E18B-F515-D15E4EF499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0060" y="3403369"/>
            <a:ext cx="14224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70193F-0778-D288-C9FE-91122D1F22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290" y="3408102"/>
            <a:ext cx="1143000" cy="850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5921C2-F8CB-B174-0E08-68C7C0626C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9860" y="4463473"/>
            <a:ext cx="482600" cy="533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D46C0A-45F2-650A-4758-CD0DA226557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30773" y="1722670"/>
            <a:ext cx="546100" cy="317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8D1B6C7-193B-C242-A263-6658D3D0ABD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3930" y="1434771"/>
            <a:ext cx="660400" cy="546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84458C4-D3D9-B688-186B-C98AFF96E50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07278" y="1707821"/>
            <a:ext cx="495300" cy="2667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02299D2-FE52-61FA-FCA3-D4259A4F0898}"/>
              </a:ext>
            </a:extLst>
          </p:cNvPr>
          <p:cNvCxnSpPr>
            <a:stCxn id="3" idx="1"/>
            <a:endCxn id="4" idx="3"/>
          </p:cNvCxnSpPr>
          <p:nvPr/>
        </p:nvCxnSpPr>
        <p:spPr>
          <a:xfrm rot="10800000" flipV="1">
            <a:off x="9525924" y="3787023"/>
            <a:ext cx="287020" cy="806797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550B4665-A4CE-A93D-52B9-6FA089B6FDCC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rot="10800000" flipV="1">
            <a:off x="7313930" y="3787023"/>
            <a:ext cx="306994" cy="73394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8B5D8C87-4306-26C4-8D0B-6A49087E6E12}"/>
              </a:ext>
            </a:extLst>
          </p:cNvPr>
          <p:cNvCxnSpPr>
            <a:cxnSpLocks/>
            <a:stCxn id="9" idx="1"/>
            <a:endCxn id="14" idx="3"/>
          </p:cNvCxnSpPr>
          <p:nvPr/>
        </p:nvCxnSpPr>
        <p:spPr>
          <a:xfrm rot="10800000" flipV="1">
            <a:off x="5822460" y="3776517"/>
            <a:ext cx="335770" cy="95365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79CC762E-C831-0897-751E-FEE859D8589C}"/>
              </a:ext>
            </a:extLst>
          </p:cNvPr>
          <p:cNvCxnSpPr>
            <a:cxnSpLocks/>
            <a:stCxn id="13" idx="0"/>
            <a:endCxn id="18" idx="2"/>
          </p:cNvCxnSpPr>
          <p:nvPr/>
        </p:nvCxnSpPr>
        <p:spPr>
          <a:xfrm rot="16200000" flipV="1">
            <a:off x="2799514" y="2714826"/>
            <a:ext cx="442634" cy="94391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BE571D2-907C-CB2D-497D-A15D29D6AA16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5505825" y="1881420"/>
            <a:ext cx="324948" cy="66494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9B65D68B-AD4E-A554-86C2-D93CB8A7E833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6999173" y="1707821"/>
            <a:ext cx="314757" cy="94014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E4407AA9-8085-ABE5-E7A0-8D2BA79B5CB5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8469630" y="1841171"/>
            <a:ext cx="337648" cy="75599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0BDEAE1-2742-31EA-F0E8-8029F96B9959}"/>
              </a:ext>
            </a:extLst>
          </p:cNvPr>
          <p:cNvCxnSpPr>
            <a:stCxn id="6" idx="3"/>
            <a:endCxn id="3" idx="1"/>
          </p:cNvCxnSpPr>
          <p:nvPr/>
        </p:nvCxnSpPr>
        <p:spPr>
          <a:xfrm>
            <a:off x="9525924" y="3787024"/>
            <a:ext cx="28702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37E3463-6768-F916-DEE8-525F358268E7}"/>
              </a:ext>
            </a:extLst>
          </p:cNvPr>
          <p:cNvCxnSpPr/>
          <p:nvPr/>
        </p:nvCxnSpPr>
        <p:spPr>
          <a:xfrm>
            <a:off x="7333904" y="3784830"/>
            <a:ext cx="28702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1CEAD8-1492-3AD2-8B03-2749EC8D72AE}"/>
              </a:ext>
            </a:extLst>
          </p:cNvPr>
          <p:cNvCxnSpPr/>
          <p:nvPr/>
        </p:nvCxnSpPr>
        <p:spPr>
          <a:xfrm>
            <a:off x="5837958" y="3776517"/>
            <a:ext cx="28702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E38826-1D9A-7B47-D54C-E367109749E6}"/>
              </a:ext>
            </a:extLst>
          </p:cNvPr>
          <p:cNvCxnSpPr/>
          <p:nvPr/>
        </p:nvCxnSpPr>
        <p:spPr>
          <a:xfrm>
            <a:off x="4085818" y="3813348"/>
            <a:ext cx="28702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CC9158-7650-86EE-B1C9-4A6A1212CBA5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3488403" y="2965468"/>
            <a:ext cx="4387" cy="44263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35789B-3A42-78C8-4C3A-92DE506B7D20}"/>
              </a:ext>
            </a:extLst>
          </p:cNvPr>
          <p:cNvCxnSpPr/>
          <p:nvPr/>
        </p:nvCxnSpPr>
        <p:spPr>
          <a:xfrm>
            <a:off x="4047203" y="2540018"/>
            <a:ext cx="28702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F6A1136-AEAC-EC4C-8A00-974348E317AA}"/>
              </a:ext>
            </a:extLst>
          </p:cNvPr>
          <p:cNvCxnSpPr/>
          <p:nvPr/>
        </p:nvCxnSpPr>
        <p:spPr>
          <a:xfrm>
            <a:off x="5514138" y="2546368"/>
            <a:ext cx="28702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68A0F57-09D0-263A-4938-8B4C1E236FF9}"/>
              </a:ext>
            </a:extLst>
          </p:cNvPr>
          <p:cNvCxnSpPr/>
          <p:nvPr/>
        </p:nvCxnSpPr>
        <p:spPr>
          <a:xfrm>
            <a:off x="6999173" y="2648545"/>
            <a:ext cx="28702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50A8464-405F-B765-48C2-F44459559750}"/>
              </a:ext>
            </a:extLst>
          </p:cNvPr>
          <p:cNvCxnSpPr/>
          <p:nvPr/>
        </p:nvCxnSpPr>
        <p:spPr>
          <a:xfrm>
            <a:off x="8511945" y="2597168"/>
            <a:ext cx="28702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658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2296-E8C3-494E-8D67-720FF5FBD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1152C-1C62-85A9-EBF4-04081D3C9A5B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FULL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5141F-4BC6-42C8-2D52-09F6EEAD0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944" y="2929659"/>
            <a:ext cx="2159000" cy="749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7878F-39F3-9A0D-44BB-067E4FC1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551" y="3958590"/>
            <a:ext cx="495300" cy="368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BE72F1-06B1-C548-479B-90D047A5B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851" y="2929659"/>
            <a:ext cx="1905000" cy="749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2E27DF-55AF-383F-9E09-C708DF3A0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700" y="2929659"/>
            <a:ext cx="16383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8B29AE-A805-5F93-CB2E-3E3A43070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400" y="3929149"/>
            <a:ext cx="482600" cy="533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E020C0-4CA8-0764-253A-C4AB0D543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849" y="2929659"/>
            <a:ext cx="8890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B14B1A-0932-3A69-195C-8CE5880F4A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7049" y="3975100"/>
            <a:ext cx="939800" cy="190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51182B-2FD9-AC4D-4FCE-9C2606DFEF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0474" y="2929659"/>
            <a:ext cx="6223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89DD99-B451-A984-9BE9-0D2148B54E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6374" y="4009159"/>
            <a:ext cx="406400" cy="127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BFAC4C8-99EF-FB7C-2DE5-F84588A680F3}"/>
              </a:ext>
            </a:extLst>
          </p:cNvPr>
          <p:cNvCxnSpPr>
            <a:stCxn id="3" idx="1"/>
            <a:endCxn id="4" idx="3"/>
          </p:cNvCxnSpPr>
          <p:nvPr/>
        </p:nvCxnSpPr>
        <p:spPr>
          <a:xfrm rot="10800000" flipV="1">
            <a:off x="9515852" y="3304308"/>
            <a:ext cx="297093" cy="838431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D33AA8EF-A3D7-DB22-5E23-F68D591F31C5}"/>
              </a:ext>
            </a:extLst>
          </p:cNvPr>
          <p:cNvCxnSpPr>
            <a:cxnSpLocks/>
            <a:stCxn id="5" idx="1"/>
            <a:endCxn id="10" idx="3"/>
          </p:cNvCxnSpPr>
          <p:nvPr/>
        </p:nvCxnSpPr>
        <p:spPr>
          <a:xfrm rot="10800000" flipV="1">
            <a:off x="7263001" y="3304309"/>
            <a:ext cx="347851" cy="89154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B219E26-3281-8738-315E-601662E1A789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rot="10800000" flipV="1">
            <a:off x="5276850" y="3297958"/>
            <a:ext cx="347851" cy="77239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1CC556F9-D208-BAA1-4B11-77AEB7307C5E}"/>
              </a:ext>
            </a:extLst>
          </p:cNvPr>
          <p:cNvCxnSpPr>
            <a:cxnSpLocks/>
            <a:stCxn id="11" idx="1"/>
            <a:endCxn id="14" idx="3"/>
          </p:cNvCxnSpPr>
          <p:nvPr/>
        </p:nvCxnSpPr>
        <p:spPr>
          <a:xfrm rot="10800000" flipV="1">
            <a:off x="3902775" y="3297959"/>
            <a:ext cx="485075" cy="77470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A4CDE51-A3E9-EED5-AD9F-2549A8044141}"/>
              </a:ext>
            </a:extLst>
          </p:cNvPr>
          <p:cNvCxnSpPr>
            <a:cxnSpLocks/>
          </p:cNvCxnSpPr>
          <p:nvPr/>
        </p:nvCxnSpPr>
        <p:spPr>
          <a:xfrm flipH="1" flipV="1">
            <a:off x="3902774" y="3291840"/>
            <a:ext cx="4850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DEC8543-3D6D-A348-B523-52E7A01782F3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5276849" y="3291840"/>
            <a:ext cx="34785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D90D23F-E900-8479-A51E-2F56080F6E3B}"/>
              </a:ext>
            </a:extLst>
          </p:cNvPr>
          <p:cNvCxnSpPr>
            <a:cxnSpLocks/>
          </p:cNvCxnSpPr>
          <p:nvPr/>
        </p:nvCxnSpPr>
        <p:spPr>
          <a:xfrm flipH="1">
            <a:off x="7263000" y="3298765"/>
            <a:ext cx="34785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BB0536-5565-2F76-6EAF-B1664A5FB3DF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9515851" y="3298765"/>
            <a:ext cx="29709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919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6D16B-ED0E-6A6D-AA08-CB25B4C8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F83B3-EFB9-9143-EB7F-72EF9513718B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BROAD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6B25B9-AB60-D453-936C-233B28186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944" y="2929659"/>
            <a:ext cx="2159000" cy="749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F5FEAD-63F0-A537-8306-654D0FE59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777" y="3930765"/>
            <a:ext cx="495300" cy="368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63C49B-EFF1-1BD3-0BED-178721D25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377" y="2924348"/>
            <a:ext cx="19177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C986A2-4495-1038-10E1-ADA67EE64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810" y="2936009"/>
            <a:ext cx="11557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66B533-7550-B260-CE9F-58DE2A07A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8210" y="3958705"/>
            <a:ext cx="1003300" cy="177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5C1BFC-2968-E131-E424-FC7EC51D18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143" y="3970366"/>
            <a:ext cx="558800" cy="533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32ECB9-AB12-FE19-FEC4-20F660A68F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6143" y="2936009"/>
            <a:ext cx="8128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71C80B-2A02-10F5-1149-97B6022BCA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2176" y="2924348"/>
            <a:ext cx="927100" cy="711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0E03583F-646F-C6F1-60E8-E6856A4DEE8A}"/>
              </a:ext>
            </a:extLst>
          </p:cNvPr>
          <p:cNvCxnSpPr>
            <a:stCxn id="3" idx="1"/>
            <a:endCxn id="4" idx="3"/>
          </p:cNvCxnSpPr>
          <p:nvPr/>
        </p:nvCxnSpPr>
        <p:spPr>
          <a:xfrm rot="10800000" flipV="1">
            <a:off x="9446078" y="3304309"/>
            <a:ext cx="366867" cy="810606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83807F2-066F-CA6D-7453-BFC4D07AEDBB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rot="10800000" flipV="1">
            <a:off x="7161511" y="3292647"/>
            <a:ext cx="366867" cy="7549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CF9FF038-0E87-D00F-33F2-5CD5DF279108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rot="10800000" flipV="1">
            <a:off x="5638944" y="3304308"/>
            <a:ext cx="366867" cy="9327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0EB2A23-7CDE-3E49-3109-F4D2852AF113}"/>
              </a:ext>
            </a:extLst>
          </p:cNvPr>
          <p:cNvCxnSpPr>
            <a:cxnSpLocks/>
          </p:cNvCxnSpPr>
          <p:nvPr/>
        </p:nvCxnSpPr>
        <p:spPr>
          <a:xfrm flipH="1" flipV="1">
            <a:off x="4459276" y="3304887"/>
            <a:ext cx="36686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62BD01-C0AA-2CA3-EE6A-FB46C8354B37}"/>
              </a:ext>
            </a:extLst>
          </p:cNvPr>
          <p:cNvCxnSpPr/>
          <p:nvPr/>
        </p:nvCxnSpPr>
        <p:spPr>
          <a:xfrm flipH="1" flipV="1">
            <a:off x="5638943" y="3304078"/>
            <a:ext cx="36686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D30C4E-C8F3-0BC1-C802-77D588173AF3}"/>
              </a:ext>
            </a:extLst>
          </p:cNvPr>
          <p:cNvCxnSpPr/>
          <p:nvPr/>
        </p:nvCxnSpPr>
        <p:spPr>
          <a:xfrm flipH="1" flipV="1">
            <a:off x="7161510" y="3292647"/>
            <a:ext cx="36686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D2A745-CC42-E16A-8B4D-241F05DFCC24}"/>
              </a:ext>
            </a:extLst>
          </p:cNvPr>
          <p:cNvCxnSpPr/>
          <p:nvPr/>
        </p:nvCxnSpPr>
        <p:spPr>
          <a:xfrm flipH="1" flipV="1">
            <a:off x="9446077" y="3303500"/>
            <a:ext cx="36686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267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3FA2-62F6-ACB7-48F8-094B547E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E8FC65-374E-16DE-1E99-BDB09EEA018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7AF04D-FE99-2DBE-3DBE-0F3392711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539" y="3009900"/>
            <a:ext cx="21717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6AE804-9629-BAB7-10E6-CDD7534F1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834" y="3996343"/>
            <a:ext cx="495300" cy="381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BD4B79-5D8D-2C7D-FDE5-2F8976614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184" y="4593014"/>
            <a:ext cx="1003300" cy="177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DB4F32-08DA-5CC2-4FD4-231AAA658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784" y="3009900"/>
            <a:ext cx="11557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61514F-C12E-ED55-03E7-1A92082BB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529" y="3009900"/>
            <a:ext cx="838200" cy="850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03692F-3571-6943-395D-B5A2269B7C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0929" y="4082934"/>
            <a:ext cx="558800" cy="533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30607E-A3E7-9D49-4B53-233FFD9764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874" y="3009900"/>
            <a:ext cx="863600" cy="838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6C8E31-8464-5DE8-4B8D-405F1BF0AC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7774" y="4043798"/>
            <a:ext cx="520700" cy="457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A3D11370-E4E5-FB8C-91BB-266643B48FD5}"/>
              </a:ext>
            </a:extLst>
          </p:cNvPr>
          <p:cNvCxnSpPr>
            <a:stCxn id="3" idx="1"/>
            <a:endCxn id="4" idx="3"/>
          </p:cNvCxnSpPr>
          <p:nvPr/>
        </p:nvCxnSpPr>
        <p:spPr>
          <a:xfrm rot="10800000" flipV="1">
            <a:off x="7452135" y="3378199"/>
            <a:ext cx="359405" cy="808643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105B35CE-6299-7976-E1D8-B4DCFFCA10BE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rot="10800000" flipV="1">
            <a:off x="7458485" y="3378200"/>
            <a:ext cx="353055" cy="130371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AFFE035C-07BA-905B-1C3D-424B59D969A7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rot="10800000" flipV="1">
            <a:off x="5949730" y="3378200"/>
            <a:ext cx="353055" cy="97143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842202A5-4017-5EBE-0033-5BA8C548525B}"/>
              </a:ext>
            </a:extLst>
          </p:cNvPr>
          <p:cNvCxnSpPr>
            <a:cxnSpLocks/>
            <a:stCxn id="7" idx="1"/>
            <a:endCxn id="10" idx="3"/>
          </p:cNvCxnSpPr>
          <p:nvPr/>
        </p:nvCxnSpPr>
        <p:spPr>
          <a:xfrm rot="10800000" flipV="1">
            <a:off x="4758475" y="3435350"/>
            <a:ext cx="353055" cy="83704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F2542A-B9B9-3592-28C6-ECB9E5163FBC}"/>
              </a:ext>
            </a:extLst>
          </p:cNvPr>
          <p:cNvCxnSpPr>
            <a:cxnSpLocks/>
          </p:cNvCxnSpPr>
          <p:nvPr/>
        </p:nvCxnSpPr>
        <p:spPr>
          <a:xfrm flipH="1" flipV="1">
            <a:off x="4758474" y="3437313"/>
            <a:ext cx="35305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D799EC-B83D-0A9B-58EC-34C5503E0179}"/>
              </a:ext>
            </a:extLst>
          </p:cNvPr>
          <p:cNvCxnSpPr>
            <a:cxnSpLocks/>
          </p:cNvCxnSpPr>
          <p:nvPr/>
        </p:nvCxnSpPr>
        <p:spPr>
          <a:xfrm flipH="1" flipV="1">
            <a:off x="5949729" y="3378199"/>
            <a:ext cx="35305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BCE3D20-3297-CEE1-3A1E-174DA00848AD}"/>
              </a:ext>
            </a:extLst>
          </p:cNvPr>
          <p:cNvCxnSpPr>
            <a:cxnSpLocks/>
          </p:cNvCxnSpPr>
          <p:nvPr/>
        </p:nvCxnSpPr>
        <p:spPr>
          <a:xfrm flipH="1" flipV="1">
            <a:off x="7458484" y="3378199"/>
            <a:ext cx="35305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383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F84F5-16BD-9C40-7543-771C4A09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83AC1-BE47-555F-37DD-3F020BCAE9C7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B03867-4C23-E137-7A2A-7E3986DF7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944" y="2929659"/>
            <a:ext cx="2159000" cy="749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2429B0-898B-CDCE-DFEA-5E197676E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189" y="3907790"/>
            <a:ext cx="495300" cy="368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3D7F60-5ED7-0A84-F86A-C432DB4C1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489" y="2929659"/>
            <a:ext cx="1905000" cy="749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6465AA-C303-D1F1-95F1-239DBCA1C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929659"/>
            <a:ext cx="1155700" cy="736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55A73F-9536-D4FD-111E-78F673ECE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100" y="3907790"/>
            <a:ext cx="990600" cy="190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C81AA8-7BA8-1822-3EA3-C092C5E42E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7158" y="2929659"/>
            <a:ext cx="812800" cy="850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DD56BF-C206-475E-20CB-68BFBABED0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2586" y="4091940"/>
            <a:ext cx="558800" cy="533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7105DA-045D-ABE2-7CF8-A6EB95813F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4016" y="2929659"/>
            <a:ext cx="927100" cy="711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A16E980D-A60C-55E8-6BD0-9CF7F4107D65}"/>
              </a:ext>
            </a:extLst>
          </p:cNvPr>
          <p:cNvCxnSpPr>
            <a:stCxn id="3" idx="1"/>
            <a:endCxn id="4" idx="3"/>
          </p:cNvCxnSpPr>
          <p:nvPr/>
        </p:nvCxnSpPr>
        <p:spPr>
          <a:xfrm rot="10800000" flipV="1">
            <a:off x="9536490" y="3304308"/>
            <a:ext cx="276455" cy="787631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C9D43103-C746-493B-A956-995BECBD9B3E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rot="10800000" flipV="1">
            <a:off x="7251701" y="3304308"/>
            <a:ext cx="379789" cy="69873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3722312F-2A9E-D5B9-0BBB-548E7D74CB7F}"/>
              </a:ext>
            </a:extLst>
          </p:cNvPr>
          <p:cNvCxnSpPr>
            <a:cxnSpLocks/>
            <a:stCxn id="6" idx="1"/>
            <a:endCxn id="9" idx="3"/>
          </p:cNvCxnSpPr>
          <p:nvPr/>
        </p:nvCxnSpPr>
        <p:spPr>
          <a:xfrm rot="10800000" flipV="1">
            <a:off x="5651386" y="3297958"/>
            <a:ext cx="444614" cy="106068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269341-3AAE-23FD-439F-18A9C5F1B8D0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flipH="1" flipV="1">
            <a:off x="4411116" y="3285259"/>
            <a:ext cx="43604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7C7EB9-A149-5195-9242-20738E53AC80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flipH="1">
            <a:off x="5659958" y="3297959"/>
            <a:ext cx="43604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9770EB8-56CC-E265-56CD-A2D3A2ADEDAC}"/>
              </a:ext>
            </a:extLst>
          </p:cNvPr>
          <p:cNvCxnSpPr>
            <a:cxnSpLocks/>
          </p:cNvCxnSpPr>
          <p:nvPr/>
        </p:nvCxnSpPr>
        <p:spPr>
          <a:xfrm flipH="1" flipV="1">
            <a:off x="7251700" y="3306272"/>
            <a:ext cx="37978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F2E81AA-68D8-A29A-133A-B2104EE30B30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9536489" y="3302462"/>
            <a:ext cx="276455" cy="184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625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5D0A-7718-A2B8-6C0A-D8A4E55BD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58FCDB-CC60-FCF2-E5C0-CE6B73D25371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LIT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7981B8-15A0-39A3-7580-9B799BFEE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834" y="3876531"/>
            <a:ext cx="431800" cy="317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99CCF1-AFBC-2B56-4352-1C00C167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334" y="3064048"/>
            <a:ext cx="15113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F3DCF6-FACF-8CAB-FD9B-05036A73D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428" y="2712143"/>
            <a:ext cx="647700" cy="546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692610-D676-2E5F-C091-0B6631C04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28" y="3533544"/>
            <a:ext cx="1117600" cy="419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DE7271-9F59-DA8C-BA9B-E8B466159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1346" y="3064048"/>
            <a:ext cx="15748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C68422-121B-52BB-4116-3AFF4640CE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3840" y="3064048"/>
            <a:ext cx="15113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6A5FFF-C06E-32F1-4BB7-A9EAB04FFA07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5435140" y="3362498"/>
            <a:ext cx="32620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B1767989-F89F-9F19-C313-5A2B62AD55C9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5435140" y="3362498"/>
            <a:ext cx="326206" cy="59014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52796AAF-3250-0B13-6068-47D4F1B049F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49013" b="-14835"/>
          <a:stretch>
            <a:fillRect/>
          </a:stretch>
        </p:blipFill>
        <p:spPr>
          <a:xfrm>
            <a:off x="5239039" y="3872432"/>
            <a:ext cx="187786" cy="160424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85BE90D2-7699-97EA-DD8A-E387C85C5B52}"/>
              </a:ext>
            </a:extLst>
          </p:cNvPr>
          <p:cNvCxnSpPr>
            <a:cxnSpLocks/>
            <a:stCxn id="11" idx="1"/>
            <a:endCxn id="6" idx="3"/>
          </p:cNvCxnSpPr>
          <p:nvPr/>
        </p:nvCxnSpPr>
        <p:spPr>
          <a:xfrm rot="10800000" flipV="1">
            <a:off x="3597634" y="3362497"/>
            <a:ext cx="326206" cy="672783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B8E7EF3F-2FCF-3DEC-AD17-8BA4773A1300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rot="10800000" flipV="1">
            <a:off x="1760128" y="3362498"/>
            <a:ext cx="326206" cy="38059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2788B2ED-2848-3084-974B-9E3B11BC8842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>
            <a:off x="1760128" y="2985194"/>
            <a:ext cx="326206" cy="37730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5C7D7B-6C45-A239-1034-21AE096A56CE}"/>
              </a:ext>
            </a:extLst>
          </p:cNvPr>
          <p:cNvCxnSpPr>
            <a:cxnSpLocks/>
            <a:stCxn id="11" idx="1"/>
            <a:endCxn id="7" idx="3"/>
          </p:cNvCxnSpPr>
          <p:nvPr/>
        </p:nvCxnSpPr>
        <p:spPr>
          <a:xfrm flipH="1">
            <a:off x="3597634" y="3362498"/>
            <a:ext cx="32620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128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148C8-55CA-7EFE-3F7C-D1BBFF432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FE5B0C-E9EA-14F1-4245-728EC58C2C89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FULL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77A0EF-A415-C525-8C26-99B76BD28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848" y="3445631"/>
            <a:ext cx="660400" cy="546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A6D99E-396D-1CA4-B90B-CE4C5B545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641" y="2749873"/>
            <a:ext cx="1117600" cy="482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E63DB7-38EA-9C3A-F70E-8CE3526C9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535" y="2749873"/>
            <a:ext cx="1104900" cy="419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9DF96D-03A1-4783-A142-4EA8B825F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035" y="3384469"/>
            <a:ext cx="914400" cy="508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68E46D-FF72-E97E-3C0B-33B6DA8637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8953" y="2749873"/>
            <a:ext cx="15748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9851C7-9C9B-1D5E-B102-9D9A615A8D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1447" y="2749873"/>
            <a:ext cx="15113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817C6E-53EB-8078-DDA5-7373B46A5F48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7072747" y="3048323"/>
            <a:ext cx="32620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BD49761D-1393-0D03-0898-DE638992C234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7072747" y="3048323"/>
            <a:ext cx="326206" cy="59014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8026F8FA-D8D9-AC60-D5DD-0565A999BB1F}"/>
              </a:ext>
            </a:extLst>
          </p:cNvPr>
          <p:cNvCxnSpPr>
            <a:cxnSpLocks/>
            <a:stCxn id="11" idx="1"/>
            <a:endCxn id="6" idx="3"/>
          </p:cNvCxnSpPr>
          <p:nvPr/>
        </p:nvCxnSpPr>
        <p:spPr>
          <a:xfrm rot="10800000" flipV="1">
            <a:off x="5231249" y="3048323"/>
            <a:ext cx="330199" cy="67035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0C6F9D3-13C3-77AE-ADE2-CEAC80452E5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49013" b="-14835"/>
          <a:stretch>
            <a:fillRect/>
          </a:stretch>
        </p:blipFill>
        <p:spPr>
          <a:xfrm>
            <a:off x="6876646" y="3558257"/>
            <a:ext cx="187786" cy="160424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1DB03CDD-B30C-1697-244F-8F2C4E070182}"/>
              </a:ext>
            </a:extLst>
          </p:cNvPr>
          <p:cNvCxnSpPr>
            <a:cxnSpLocks/>
            <a:stCxn id="11" idx="1"/>
            <a:endCxn id="7" idx="3"/>
          </p:cNvCxnSpPr>
          <p:nvPr/>
        </p:nvCxnSpPr>
        <p:spPr>
          <a:xfrm rot="10800000">
            <a:off x="5235241" y="2991173"/>
            <a:ext cx="326206" cy="5715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8562062-A9B6-A946-4082-948759409377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>
            <a:off x="3791435" y="2959423"/>
            <a:ext cx="326206" cy="3175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4AB7C35E-2559-C318-FF30-B8DAC69EF401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rot="10800000" flipV="1">
            <a:off x="3791435" y="2991173"/>
            <a:ext cx="326206" cy="64729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489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A07DF-186D-8617-5E5E-05B1B650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619FFC-C6F0-D47A-D7A7-2FAB349942C1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BROAD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A7AA0E-2ADC-28D3-1EF5-4B22B9135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341" y="3255241"/>
            <a:ext cx="15748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6477B8-5A7C-F1E0-ADB9-0D11C5A6B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835" y="3255241"/>
            <a:ext cx="15113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D518A0-26CC-0EE2-5E94-18351A8A1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229" y="4143837"/>
            <a:ext cx="914400" cy="508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166DB2-E1E1-C94D-9E90-DD33E8A9B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642" y="3246928"/>
            <a:ext cx="1511300" cy="609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8035DC-B850-0685-7BD2-41A2E3FB2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6423" y="2906108"/>
            <a:ext cx="647700" cy="558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D068C3-6A80-D735-9DCA-D5C5533E72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9223" y="3665366"/>
            <a:ext cx="1104900" cy="419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42A6A1-B5F6-26D2-B8E6-1EBC17700E8E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6969135" y="3553691"/>
            <a:ext cx="32620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FD712F34-F81C-49E7-0B03-41F97B1B0E25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6969135" y="3553691"/>
            <a:ext cx="326206" cy="59014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DE3D53BF-3647-7E9B-72F2-C55B85A5FD17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rot="10800000" flipV="1">
            <a:off x="5131629" y="3553691"/>
            <a:ext cx="326206" cy="84414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9332F3-2007-9EC9-720F-D8EC418A5057}"/>
              </a:ext>
            </a:extLst>
          </p:cNvPr>
          <p:cNvCxnSpPr>
            <a:cxnSpLocks/>
            <a:stCxn id="14" idx="1"/>
            <a:endCxn id="17" idx="3"/>
          </p:cNvCxnSpPr>
          <p:nvPr/>
        </p:nvCxnSpPr>
        <p:spPr>
          <a:xfrm flipH="1" flipV="1">
            <a:off x="5139942" y="3551728"/>
            <a:ext cx="317893" cy="196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F9DF1D5A-8B60-497D-894F-EDB404B207D3}"/>
              </a:ext>
            </a:extLst>
          </p:cNvPr>
          <p:cNvCxnSpPr>
            <a:cxnSpLocks/>
            <a:stCxn id="17" idx="1"/>
            <a:endCxn id="19" idx="3"/>
          </p:cNvCxnSpPr>
          <p:nvPr/>
        </p:nvCxnSpPr>
        <p:spPr>
          <a:xfrm rot="10800000" flipV="1">
            <a:off x="3294124" y="3551728"/>
            <a:ext cx="334519" cy="32318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513F794-AD39-F596-B913-3264444B8521}"/>
              </a:ext>
            </a:extLst>
          </p:cNvPr>
          <p:cNvCxnSpPr>
            <a:cxnSpLocks/>
            <a:stCxn id="17" idx="1"/>
            <a:endCxn id="18" idx="3"/>
          </p:cNvCxnSpPr>
          <p:nvPr/>
        </p:nvCxnSpPr>
        <p:spPr>
          <a:xfrm rot="10800000">
            <a:off x="3294124" y="3185508"/>
            <a:ext cx="334519" cy="36622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768F3E6-6C34-139E-2DD2-D00518F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49013" b="-14835"/>
          <a:stretch>
            <a:fillRect/>
          </a:stretch>
        </p:blipFill>
        <p:spPr>
          <a:xfrm>
            <a:off x="6773034" y="4063625"/>
            <a:ext cx="187786" cy="160424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5844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DFDF-86E7-E3BD-159E-0942CA12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CB156F-3DE9-E59A-CC60-66CAAA88EA0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7D33DD-26F8-D296-BA18-9A1E36765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341" y="3255241"/>
            <a:ext cx="15748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822C06-FA06-0394-7C92-B94EE2B54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835" y="3255241"/>
            <a:ext cx="15113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CE22EA-7596-12A4-C97C-3A489008DC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013" b="2831"/>
          <a:stretch>
            <a:fillRect/>
          </a:stretch>
        </p:blipFill>
        <p:spPr>
          <a:xfrm>
            <a:off x="6781349" y="4063625"/>
            <a:ext cx="187786" cy="160424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67BF68-3A9F-B761-DF68-C0130B1D3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7229" y="4143837"/>
            <a:ext cx="914400" cy="508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E39EA4-53E1-23F3-9AD5-B389BFA699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8642" y="3246928"/>
            <a:ext cx="1511300" cy="609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DF680E-FAE8-04D1-D393-DAF77BED28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6423" y="2906108"/>
            <a:ext cx="647700" cy="558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1FB4C5-6622-30D6-44E8-9C707B87F9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9223" y="3665366"/>
            <a:ext cx="1104900" cy="419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688E40-37C6-60DC-5062-7B658C217ADE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6969135" y="3553691"/>
            <a:ext cx="32620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2E807F91-65A7-144B-6D3B-573E689CB871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rot="10800000" flipV="1">
            <a:off x="6969135" y="3553691"/>
            <a:ext cx="326206" cy="59014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C0EE52E0-CE1E-1FC5-C983-BAB2375C1417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rot="10800000" flipV="1">
            <a:off x="5131629" y="3553691"/>
            <a:ext cx="326206" cy="84414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B4929A-FC5A-506C-D6E0-A74B4D045381}"/>
              </a:ext>
            </a:extLst>
          </p:cNvPr>
          <p:cNvCxnSpPr>
            <a:cxnSpLocks/>
            <a:stCxn id="4" idx="1"/>
            <a:endCxn id="8" idx="3"/>
          </p:cNvCxnSpPr>
          <p:nvPr/>
        </p:nvCxnSpPr>
        <p:spPr>
          <a:xfrm flipH="1" flipV="1">
            <a:off x="5139942" y="3551728"/>
            <a:ext cx="317893" cy="196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1F24B78B-C991-1DD1-4291-A4B973457163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rot="10800000" flipV="1">
            <a:off x="3294124" y="3551728"/>
            <a:ext cx="334519" cy="32318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A462A86F-060D-BA4F-A3E9-9A7C993DC0E7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rot="10800000">
            <a:off x="3294124" y="3185508"/>
            <a:ext cx="334519" cy="36622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79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E603A-04FE-C3B0-6EF8-728097F55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A7BDE8-4399-06F2-6AA7-A652A3CE9B12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19F87-575B-E5A1-C5CA-81E4EA57E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334" y="2654993"/>
            <a:ext cx="1562100" cy="609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804EB8-CB3F-B5CD-5EAD-7D4E85AD9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005" y="2654993"/>
            <a:ext cx="1574800" cy="609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681A4C-F680-2463-7110-103ED6B76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676" y="2647604"/>
            <a:ext cx="1574800" cy="609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1ED643-64E7-2C1B-27A7-8B65DAC320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r="45282" b="15164"/>
          <a:stretch>
            <a:fillRect/>
          </a:stretch>
        </p:blipFill>
        <p:spPr>
          <a:xfrm>
            <a:off x="7839951" y="3429000"/>
            <a:ext cx="201525" cy="118515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97B7BE-0363-F822-B533-FA6EC7D647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8747" y="3429000"/>
            <a:ext cx="660400" cy="546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31277F-7569-1D01-A624-4D9328C21F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047" y="2647604"/>
            <a:ext cx="1181100" cy="546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7174B2-29EA-1E7A-673B-E17F9470CB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7818" y="2647604"/>
            <a:ext cx="1282700" cy="660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98CE08-B6CF-CED1-8ADB-FA4F59498A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3189" y="2647604"/>
            <a:ext cx="927100" cy="533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98356E-67C1-8478-2B0A-6884E66371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1489" y="3429000"/>
            <a:ext cx="558800" cy="431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F94D982D-43B5-51A1-7C43-8CF203BC7580}"/>
              </a:ext>
            </a:extLst>
          </p:cNvPr>
          <p:cNvCxnSpPr>
            <a:cxnSpLocks/>
            <a:stCxn id="9" idx="1"/>
            <a:endCxn id="14" idx="3"/>
          </p:cNvCxnSpPr>
          <p:nvPr/>
        </p:nvCxnSpPr>
        <p:spPr>
          <a:xfrm rot="10800000" flipV="1">
            <a:off x="3260290" y="2977804"/>
            <a:ext cx="247529" cy="66709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FAF6CE-EB6D-54A7-068D-6A13342E22F7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flipH="1">
            <a:off x="9863805" y="2959793"/>
            <a:ext cx="24752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93A169-050C-36D6-5C44-E3FB326905B9}"/>
              </a:ext>
            </a:extLst>
          </p:cNvPr>
          <p:cNvCxnSpPr>
            <a:cxnSpLocks/>
          </p:cNvCxnSpPr>
          <p:nvPr/>
        </p:nvCxnSpPr>
        <p:spPr>
          <a:xfrm flipH="1">
            <a:off x="8041476" y="2954713"/>
            <a:ext cx="24752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F1BB5F-281E-F111-6AFE-71FF408B3682}"/>
              </a:ext>
            </a:extLst>
          </p:cNvPr>
          <p:cNvCxnSpPr>
            <a:cxnSpLocks/>
          </p:cNvCxnSpPr>
          <p:nvPr/>
        </p:nvCxnSpPr>
        <p:spPr>
          <a:xfrm flipH="1">
            <a:off x="6219147" y="2946401"/>
            <a:ext cx="24752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EB8D3C-8303-AB3E-5FBB-15B3DC5EE51A}"/>
              </a:ext>
            </a:extLst>
          </p:cNvPr>
          <p:cNvCxnSpPr>
            <a:cxnSpLocks/>
          </p:cNvCxnSpPr>
          <p:nvPr/>
        </p:nvCxnSpPr>
        <p:spPr>
          <a:xfrm flipH="1">
            <a:off x="4790518" y="2946401"/>
            <a:ext cx="24752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E00EEBD-CC37-0B6A-BE8A-5C7C6CDD184C}"/>
              </a:ext>
            </a:extLst>
          </p:cNvPr>
          <p:cNvCxnSpPr>
            <a:cxnSpLocks/>
          </p:cNvCxnSpPr>
          <p:nvPr/>
        </p:nvCxnSpPr>
        <p:spPr>
          <a:xfrm flipH="1">
            <a:off x="3260289" y="2971339"/>
            <a:ext cx="24752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B8D2FBE-8A2F-B88B-1550-56682474952D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rot="10800000" flipV="1">
            <a:off x="6219148" y="2952404"/>
            <a:ext cx="247529" cy="749646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90E82B5F-D0DD-E781-151B-AD3C56171D91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rot="10800000" flipV="1">
            <a:off x="8041477" y="2959792"/>
            <a:ext cx="247529" cy="52846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451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F1E0-31C1-8E40-E934-6B90E945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5375B-B489-2404-074F-9ADCAEF2D1C5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LIT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2A4E89-2C50-BC96-D72A-9338F7947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2197" y="3079750"/>
            <a:ext cx="17526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08821D-B6B1-3F4E-6E7E-3D942A020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648" y="4048413"/>
            <a:ext cx="533400" cy="444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E87BF5-4706-C383-9F1A-95CC27CBE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648" y="3079750"/>
            <a:ext cx="18034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84FD3F-7651-5B2D-2B3E-A251E0855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999" y="3105150"/>
            <a:ext cx="1460500" cy="6477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6563B0-BC85-7AB0-1C32-D5D894350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7323" y="4048413"/>
            <a:ext cx="571500" cy="317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2ED439-559E-6558-DA8B-76D93B3E9F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5450" y="3079750"/>
            <a:ext cx="15494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FE2095-0602-C7C9-45A0-1A10ADF4F7EA}"/>
              </a:ext>
            </a:extLst>
          </p:cNvPr>
          <p:cNvCxnSpPr>
            <a:cxnSpLocks/>
            <a:stCxn id="7" idx="1"/>
            <a:endCxn id="10" idx="3"/>
          </p:cNvCxnSpPr>
          <p:nvPr/>
        </p:nvCxnSpPr>
        <p:spPr>
          <a:xfrm flipH="1">
            <a:off x="8501048" y="3429000"/>
            <a:ext cx="30114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31BC258E-C019-D353-4E8C-CE12C455C2FF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rot="10800000" flipV="1">
            <a:off x="8501049" y="3428999"/>
            <a:ext cx="301149" cy="841663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68B306F-1E08-411C-BDCD-AF13CD921631}"/>
              </a:ext>
            </a:extLst>
          </p:cNvPr>
          <p:cNvCxnSpPr>
            <a:cxnSpLocks/>
          </p:cNvCxnSpPr>
          <p:nvPr/>
        </p:nvCxnSpPr>
        <p:spPr>
          <a:xfrm flipH="1">
            <a:off x="6396498" y="3429000"/>
            <a:ext cx="30114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95AAC62E-2D82-F4E5-913E-3F2718C9A388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rot="10800000" flipV="1">
            <a:off x="6408824" y="3428999"/>
            <a:ext cx="288825" cy="778163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C98D3F-CD9A-34EE-91EC-68F88F57773F}"/>
              </a:ext>
            </a:extLst>
          </p:cNvPr>
          <p:cNvCxnSpPr>
            <a:cxnSpLocks/>
          </p:cNvCxnSpPr>
          <p:nvPr/>
        </p:nvCxnSpPr>
        <p:spPr>
          <a:xfrm flipH="1">
            <a:off x="4634850" y="3428999"/>
            <a:ext cx="30114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055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DD53A-17CE-8443-C663-7933D52D6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26DF07-73CA-6391-A236-E25AEDB439C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FULL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2A862-997B-BA5C-F459-BD2E16BCB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542" y="3079749"/>
            <a:ext cx="17526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8DC5E7-664C-863D-CBEB-A5D9A2A21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122" y="4127500"/>
            <a:ext cx="508000" cy="304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95773-FD04-3D00-4383-21687DB59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021" y="3079749"/>
            <a:ext cx="15621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2AF31A-95E3-5FA4-C763-598FD9275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021" y="4753725"/>
            <a:ext cx="546100" cy="444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9B177B-B684-969C-1BBD-A7FA517311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4721" y="4121150"/>
            <a:ext cx="533400" cy="317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D939DF-9946-746C-9BAB-B06829609631}"/>
              </a:ext>
            </a:extLst>
          </p:cNvPr>
          <p:cNvCxnSpPr>
            <a:cxnSpLocks/>
          </p:cNvCxnSpPr>
          <p:nvPr/>
        </p:nvCxnSpPr>
        <p:spPr>
          <a:xfrm>
            <a:off x="8834121" y="3429000"/>
            <a:ext cx="35906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2C74A8C0-0F3A-171C-0AF3-FE71DDAA96E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834122" y="3429000"/>
            <a:ext cx="359063" cy="85332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7CDE3A-D3F4-A821-A338-13DCF60D4316}"/>
              </a:ext>
            </a:extLst>
          </p:cNvPr>
          <p:cNvCxnSpPr>
            <a:cxnSpLocks/>
            <a:stCxn id="5" idx="1"/>
            <a:endCxn id="9" idx="3"/>
          </p:cNvCxnSpPr>
          <p:nvPr/>
        </p:nvCxnSpPr>
        <p:spPr>
          <a:xfrm flipH="1">
            <a:off x="7818121" y="4279900"/>
            <a:ext cx="50800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CF0F0F66-9E17-2D13-134A-069A70A1F583}"/>
              </a:ext>
            </a:extLst>
          </p:cNvPr>
          <p:cNvCxnSpPr>
            <a:cxnSpLocks/>
            <a:stCxn id="5" idx="1"/>
            <a:endCxn id="8" idx="3"/>
          </p:cNvCxnSpPr>
          <p:nvPr/>
        </p:nvCxnSpPr>
        <p:spPr>
          <a:xfrm rot="10800000" flipV="1">
            <a:off x="7818122" y="4279899"/>
            <a:ext cx="508001" cy="69607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802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C0D8-63E0-3B4D-222B-649133E1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31BC6C-097D-E1F2-F025-8C86D9F6FFAE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BROAD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51C07B-D1A0-1380-1F21-55756944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184" y="3079750"/>
            <a:ext cx="17526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E8A8FF-E7E3-0925-F77D-28ADDADCC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721" y="4060074"/>
            <a:ext cx="533400" cy="444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A4478B-0FC3-FD1A-F75D-D115C9FD4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721" y="3079750"/>
            <a:ext cx="18034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28D075-4040-E066-5193-53286F988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858" y="4060074"/>
            <a:ext cx="558800" cy="317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C35377-3895-040D-8B47-C252ACCC5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2258" y="3079750"/>
            <a:ext cx="15494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2E81BE7-6591-BECD-A9CF-A289B95AD3CB}"/>
              </a:ext>
            </a:extLst>
          </p:cNvPr>
          <p:cNvCxnSpPr>
            <a:cxnSpLocks/>
            <a:stCxn id="5" idx="1"/>
            <a:endCxn id="9" idx="3"/>
          </p:cNvCxnSpPr>
          <p:nvPr/>
        </p:nvCxnSpPr>
        <p:spPr>
          <a:xfrm rot="10800000" flipV="1">
            <a:off x="6671659" y="3429000"/>
            <a:ext cx="359063" cy="78982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6DCD0B-9737-E1CD-87B9-B691768E1878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8834121" y="3429000"/>
            <a:ext cx="35906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0C2A6F5-E5C2-49DA-3A56-9D6FE048D6E1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rot="10800000" flipV="1">
            <a:off x="8834122" y="3429000"/>
            <a:ext cx="359063" cy="85332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C7E777-C319-315E-E910-C0EEBA3C0396}"/>
              </a:ext>
            </a:extLst>
          </p:cNvPr>
          <p:cNvCxnSpPr>
            <a:cxnSpLocks/>
            <a:stCxn id="5" idx="1"/>
            <a:endCxn id="10" idx="3"/>
          </p:cNvCxnSpPr>
          <p:nvPr/>
        </p:nvCxnSpPr>
        <p:spPr>
          <a:xfrm flipH="1">
            <a:off x="6671658" y="3429000"/>
            <a:ext cx="35906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507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C65A0-36D4-D20F-336A-ADF9837B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793CC0-082A-8CF5-2B70-83D4B9455A3C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MINI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8D0B7A-D511-80EE-2AF2-5259F436E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028" y="3278968"/>
            <a:ext cx="330200" cy="444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4EBDA2-B089-38E9-45C8-9D2645F16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352" y="2755090"/>
            <a:ext cx="533400" cy="304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1FFD9B-9329-7E6F-D377-CBEB54268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358" y="3237692"/>
            <a:ext cx="17526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467D16-034A-BC90-8466-FF31D0283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7400" y="2750474"/>
            <a:ext cx="508000" cy="304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CFBEBB-B1C1-DBD5-3CED-67AE001454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0700" y="3263092"/>
            <a:ext cx="774700" cy="6477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85066F-2A74-A172-7C33-A0EC6BD4A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1800" y="4099561"/>
            <a:ext cx="863600" cy="368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BFE13E4-3F7E-4310-91B7-FFC8E201E723}"/>
              </a:ext>
            </a:extLst>
          </p:cNvPr>
          <p:cNvCxnSpPr>
            <a:cxnSpLocks/>
            <a:stCxn id="11" idx="1"/>
            <a:endCxn id="14" idx="3"/>
          </p:cNvCxnSpPr>
          <p:nvPr/>
        </p:nvCxnSpPr>
        <p:spPr>
          <a:xfrm rot="10800000" flipV="1">
            <a:off x="8345400" y="3586941"/>
            <a:ext cx="373958" cy="696769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02FA4F-9D0D-C1A0-01A3-FB9BE50B96F3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8345400" y="3586942"/>
            <a:ext cx="37395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A14192F3-3C32-CA57-D39F-2AE37C052098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rot="10800000">
            <a:off x="8345400" y="2902874"/>
            <a:ext cx="373958" cy="68406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376059-132A-37E0-6BCC-55499BE333E3}"/>
              </a:ext>
            </a:extLst>
          </p:cNvPr>
          <p:cNvCxnSpPr>
            <a:cxnSpLocks/>
            <a:stCxn id="12" idx="1"/>
            <a:endCxn id="10" idx="3"/>
          </p:cNvCxnSpPr>
          <p:nvPr/>
        </p:nvCxnSpPr>
        <p:spPr>
          <a:xfrm flipH="1">
            <a:off x="7013752" y="2902874"/>
            <a:ext cx="823648" cy="461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88093DE-CA13-C231-9128-157B068158C0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rot="10800000" flipV="1">
            <a:off x="7041228" y="2902874"/>
            <a:ext cx="796172" cy="59834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44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036D1-2A7E-4022-0775-024F4CB8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06A1A8-703E-4CFE-7245-2FE448A17E95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B04AF2-85D2-30D6-30DC-C3F46E92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9358" y="3237692"/>
            <a:ext cx="1752600" cy="698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332E91-C2CF-A6FF-59A9-DEFF484AF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400" y="2750474"/>
            <a:ext cx="508000" cy="304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850D71-E9A9-50F8-DCED-26D2AA4F4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700" y="3263092"/>
            <a:ext cx="774700" cy="6477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156B8-2B53-F441-1DF9-B7D18AFD5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800" y="4099561"/>
            <a:ext cx="863600" cy="368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CC7443-CB0E-1C14-DB55-45BF83232D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347" y="2737774"/>
            <a:ext cx="774700" cy="330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9F069A-5E31-E4D2-5325-7467ACF022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504" y="3237692"/>
            <a:ext cx="381000" cy="127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70AAD3-53B9-ADC9-0CCF-6520F69691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7100" y="2750474"/>
            <a:ext cx="647700" cy="304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BFFD5BD3-C16C-F991-49A4-359DA3D0C70D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rot="10800000" flipV="1">
            <a:off x="8345400" y="3586941"/>
            <a:ext cx="373958" cy="696769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F3DFD1-E232-AD4C-EC47-252D50587347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8345400" y="3586942"/>
            <a:ext cx="37395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A97BDFAE-3033-1CC2-D888-94AE64CE3D31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rot="10800000">
            <a:off x="8345400" y="2902874"/>
            <a:ext cx="373958" cy="68406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560D09-7C70-4867-7A2D-082F1CF707FF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flipH="1">
            <a:off x="7249047" y="2902874"/>
            <a:ext cx="58835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81E3786-C129-6F19-B2BA-B6AFD6CBDAF6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6084800" y="2902874"/>
            <a:ext cx="389547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66E2C2CF-4E2A-32C8-CB2E-F29159F1ED79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 flipV="1">
            <a:off x="6041505" y="2902874"/>
            <a:ext cx="432843" cy="39831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325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BB24-A273-E0B9-4B16-7436DCF6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D98BDF-070C-A06D-643B-E604F68C63E9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LIT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D18A8A-0FB8-B842-F7F5-2D2F45489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412" y="2316596"/>
            <a:ext cx="1587500" cy="14351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0D0C23-1242-2438-BC34-D9C9F26E7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037" y="2316596"/>
            <a:ext cx="9144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BC312C-FA71-B75A-DBF8-F4F8036E4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137" y="3148446"/>
            <a:ext cx="1511300" cy="1206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8F8FFB-FB64-1ADD-0FB9-DD719D68D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862" y="2316596"/>
            <a:ext cx="1016000" cy="977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047293-54EA-FBEE-4BB3-B1C156BB6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6887" y="2316596"/>
            <a:ext cx="1016000" cy="990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C4E9A3-D999-DF76-2CF0-5FBDAD259A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6787" y="3569855"/>
            <a:ext cx="546100" cy="279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430AF2BE-0623-3945-E55F-CEAADDDD8CB7}"/>
              </a:ext>
            </a:extLst>
          </p:cNvPr>
          <p:cNvCxnSpPr>
            <a:stCxn id="9" idx="1"/>
            <a:endCxn id="11" idx="3"/>
          </p:cNvCxnSpPr>
          <p:nvPr/>
        </p:nvCxnSpPr>
        <p:spPr>
          <a:xfrm rot="10800000" flipV="1">
            <a:off x="7052888" y="2805545"/>
            <a:ext cx="338975" cy="904009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7C4E11-FD37-C2E4-D6A8-B6232FF6C159}"/>
              </a:ext>
            </a:extLst>
          </p:cNvPr>
          <p:cNvCxnSpPr/>
          <p:nvPr/>
        </p:nvCxnSpPr>
        <p:spPr>
          <a:xfrm>
            <a:off x="7052887" y="2805545"/>
            <a:ext cx="3389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9FE91D61-C851-9DDC-8557-2B4832DED083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rot="10800000" flipV="1">
            <a:off x="3771438" y="3034146"/>
            <a:ext cx="338975" cy="71755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E4DBE501-970F-B700-DE5A-13139E83234B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rot="10800000">
            <a:off x="3771438" y="2615046"/>
            <a:ext cx="338975" cy="41910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2761A7-3D8E-9A2A-873E-679AFFFB96F9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697912" y="2811896"/>
            <a:ext cx="3389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28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63885-6E7C-E921-6802-41436308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F542FC-7CBC-C8D7-08BD-C0C4E829EA22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FULL</a:t>
            </a:r>
          </a:p>
        </p:txBody>
      </p:sp>
    </p:spTree>
    <p:extLst>
      <p:ext uri="{BB962C8B-B14F-4D97-AF65-F5344CB8AC3E}">
        <p14:creationId xmlns:p14="http://schemas.microsoft.com/office/powerpoint/2010/main" val="3095845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DC03A-9522-9191-0346-FC087F84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50261F-3742-84FB-240A-AC2DAA0ADD77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BROAD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1F25FC-DCE9-27D9-862A-3A3029D65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862" y="2316596"/>
            <a:ext cx="1016000" cy="977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1FCC91-60B1-C363-F58A-786E57A37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887" y="2316596"/>
            <a:ext cx="1016000" cy="9906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4DE724-254A-A519-2929-97AC7C33A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787" y="3569855"/>
            <a:ext cx="546100" cy="2794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AD655E-3437-EE47-89C4-D2840A742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137" y="2316596"/>
            <a:ext cx="9144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7D3A15-025B-FBB2-A19A-3926D66650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512" y="2316596"/>
            <a:ext cx="1168400" cy="12065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24AC22-C635-A553-EC42-8445E6BB6C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3737" y="3166226"/>
            <a:ext cx="1066800" cy="965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4E22A06F-DC12-6A99-B482-38B47287AA72}"/>
              </a:ext>
            </a:extLst>
          </p:cNvPr>
          <p:cNvCxnSpPr>
            <a:stCxn id="3" idx="1"/>
            <a:endCxn id="5" idx="3"/>
          </p:cNvCxnSpPr>
          <p:nvPr/>
        </p:nvCxnSpPr>
        <p:spPr>
          <a:xfrm rot="10800000" flipV="1">
            <a:off x="7052888" y="2805545"/>
            <a:ext cx="338975" cy="904009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C75A7366-C83E-F954-B02A-C901A96749F3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 flipV="1">
            <a:off x="4190538" y="2919846"/>
            <a:ext cx="338975" cy="72898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453E6589-E97F-F900-C3BF-CBA4A97A808F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rot="10800000">
            <a:off x="4190538" y="2615046"/>
            <a:ext cx="338975" cy="30480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DB0620-5353-5180-44AD-EEC557A62CD9}"/>
              </a:ext>
            </a:extLst>
          </p:cNvPr>
          <p:cNvCxnSpPr>
            <a:stCxn id="7" idx="3"/>
          </p:cNvCxnSpPr>
          <p:nvPr/>
        </p:nvCxnSpPr>
        <p:spPr>
          <a:xfrm>
            <a:off x="5697912" y="2919846"/>
            <a:ext cx="3389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345C76-B22C-DE46-FAE4-63AC52A00C45}"/>
              </a:ext>
            </a:extLst>
          </p:cNvPr>
          <p:cNvCxnSpPr/>
          <p:nvPr/>
        </p:nvCxnSpPr>
        <p:spPr>
          <a:xfrm>
            <a:off x="7052887" y="2805545"/>
            <a:ext cx="33897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507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E5BC8-198F-F7AC-705B-344F16B8F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180721-674F-4CE2-8C6A-1C18720DD8CD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FE77C-3DEC-D904-A620-47C3D813A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903" y="2946400"/>
            <a:ext cx="1028700" cy="965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408FB4-E142-FE07-33A9-E7401BA87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104" y="2724150"/>
            <a:ext cx="1371600" cy="14097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4D03DA-01D7-08F9-86CD-44B82E956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805" y="2491394"/>
            <a:ext cx="9271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E9450B-C5C4-50B3-5711-ED98167C2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405" y="3429000"/>
            <a:ext cx="1206500" cy="11938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A74E3C-0665-4A97-3A23-B15BFC239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706" y="3911600"/>
            <a:ext cx="1206500" cy="10033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9AD309-BBDC-EE65-ED7E-9AF0B113FD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4106" y="3263900"/>
            <a:ext cx="546100" cy="3302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EEB725-F695-E20C-0C00-4F9B8155AE33}"/>
              </a:ext>
            </a:extLst>
          </p:cNvPr>
          <p:cNvCxnSpPr>
            <a:stCxn id="3" idx="1"/>
            <a:endCxn id="4" idx="3"/>
          </p:cNvCxnSpPr>
          <p:nvPr/>
        </p:nvCxnSpPr>
        <p:spPr>
          <a:xfrm flipH="1">
            <a:off x="7576704" y="3429000"/>
            <a:ext cx="37919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B48B3A3C-5D75-A48F-8943-3D163921EF83}"/>
              </a:ext>
            </a:extLst>
          </p:cNvPr>
          <p:cNvCxnSpPr>
            <a:stCxn id="4" idx="1"/>
            <a:endCxn id="6" idx="3"/>
          </p:cNvCxnSpPr>
          <p:nvPr/>
        </p:nvCxnSpPr>
        <p:spPr>
          <a:xfrm rot="10800000">
            <a:off x="5825906" y="2789844"/>
            <a:ext cx="379199" cy="639156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ED1186DF-7175-7AD2-CED2-2C76065B6C37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rot="10800000" flipV="1">
            <a:off x="5825906" y="3429000"/>
            <a:ext cx="379199" cy="59690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233A9C9B-376B-4EB0-5FF0-045F38AD95C9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rot="10800000">
            <a:off x="4240207" y="3429000"/>
            <a:ext cx="379199" cy="59690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D4288897-1E8C-8CBC-34ED-3EA722E16C77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 flipV="1">
            <a:off x="4240207" y="4025900"/>
            <a:ext cx="379199" cy="38735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997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E5A7C-06FD-40B3-6AED-CFF3CE4B0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A179CD-1D4B-7F89-8732-E8B3394DB43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56F54-6B08-DA91-5D7D-589A0AA00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2940050"/>
            <a:ext cx="1016000" cy="977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81445A-983E-F6B9-4672-A919B6851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146" y="2748164"/>
            <a:ext cx="927100" cy="5969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83FA6F-0F48-EE73-74C9-EA23C06C2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846" y="3670877"/>
            <a:ext cx="787400" cy="635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ED9EC6-0E91-81EF-B679-88FDFD1C3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7692" y="3670877"/>
            <a:ext cx="787400" cy="63500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</p:pic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EEF1B5D4-81AF-BC9F-A90B-E8B8CB021502}"/>
              </a:ext>
            </a:extLst>
          </p:cNvPr>
          <p:cNvCxnSpPr>
            <a:stCxn id="3" idx="1"/>
            <a:endCxn id="4" idx="3"/>
          </p:cNvCxnSpPr>
          <p:nvPr/>
        </p:nvCxnSpPr>
        <p:spPr>
          <a:xfrm rot="10800000">
            <a:off x="5155246" y="3046614"/>
            <a:ext cx="432754" cy="382386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CA75DF0E-9713-9FB0-5937-9A211086582C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rot="10800000" flipV="1">
            <a:off x="5155246" y="3428999"/>
            <a:ext cx="432754" cy="559377"/>
          </a:xfrm>
          <a:prstGeom prst="bentConnector3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CACE25-5439-E5F6-769A-E736E4027745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3935092" y="3988377"/>
            <a:ext cx="43275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850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3178</TotalTime>
  <Words>76</Words>
  <Application>Microsoft Macintosh PowerPoint</Application>
  <PresentationFormat>Widescreen</PresentationFormat>
  <Paragraphs>26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Tanovic</dc:creator>
  <cp:lastModifiedBy>Sara Tanovic</cp:lastModifiedBy>
  <cp:revision>1</cp:revision>
  <dcterms:created xsi:type="dcterms:W3CDTF">2026-03-16T10:33:14Z</dcterms:created>
  <dcterms:modified xsi:type="dcterms:W3CDTF">2026-03-18T15:47:18Z</dcterms:modified>
</cp:coreProperties>
</file>